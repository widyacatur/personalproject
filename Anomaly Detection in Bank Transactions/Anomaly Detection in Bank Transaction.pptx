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12" r:id="rId4"/>
    <p:sldMasterId id="2147483713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5143500" cx="9144000"/>
  <p:notesSz cx="6858000" cy="9144000"/>
  <p:embeddedFontLst>
    <p:embeddedFont>
      <p:font typeface="Raleway"/>
      <p:regular r:id="rId19"/>
      <p:bold r:id="rId20"/>
      <p:italic r:id="rId21"/>
      <p:boldItalic r:id="rId22"/>
    </p:embeddedFont>
    <p:embeddedFont>
      <p:font typeface="Lato"/>
      <p:regular r:id="rId23"/>
      <p:bold r:id="rId24"/>
      <p:italic r:id="rId25"/>
      <p:boldItalic r:id="rId26"/>
    </p:embeddedFont>
    <p:embeddedFont>
      <p:font typeface="Newsreader"/>
      <p:regular r:id="rId27"/>
      <p:bold r:id="rId28"/>
      <p:italic r:id="rId29"/>
      <p:boldItalic r:id="rId30"/>
    </p:embeddedFont>
    <p:embeddedFont>
      <p:font typeface="DM Sans Light"/>
      <p:regular r:id="rId31"/>
      <p:bold r:id="rId32"/>
      <p:italic r:id="rId33"/>
      <p:boldItalic r:id="rId34"/>
    </p:embeddedFont>
    <p:embeddedFont>
      <p:font typeface="DM Sans SemiBold"/>
      <p:regular r:id="rId35"/>
      <p:bold r:id="rId36"/>
      <p:italic r:id="rId37"/>
      <p:boldItalic r:id="rId38"/>
    </p:embeddedFont>
    <p:embeddedFont>
      <p:font typeface="Newsreader Medium"/>
      <p:regular r:id="rId39"/>
      <p:bold r:id="rId40"/>
      <p:italic r:id="rId41"/>
      <p:boldItalic r:id="rId42"/>
    </p:embeddedFont>
    <p:embeddedFont>
      <p:font typeface="DM Sans"/>
      <p:regular r:id="rId43"/>
      <p:bold r:id="rId44"/>
      <p:italic r:id="rId45"/>
      <p:boldItalic r:id="rId46"/>
    </p:embeddedFont>
    <p:embeddedFont>
      <p:font typeface="Newsreader SemiBold"/>
      <p:regular r:id="rId47"/>
      <p:bold r:id="rId48"/>
      <p:italic r:id="rId49"/>
      <p:boldItalic r:id="rId5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NewsreaderMedium-bold.fntdata"/><Relationship Id="rId42" Type="http://schemas.openxmlformats.org/officeDocument/2006/relationships/font" Target="fonts/NewsreaderMedium-boldItalic.fntdata"/><Relationship Id="rId41" Type="http://schemas.openxmlformats.org/officeDocument/2006/relationships/font" Target="fonts/NewsreaderMedium-italic.fntdata"/><Relationship Id="rId44" Type="http://schemas.openxmlformats.org/officeDocument/2006/relationships/font" Target="fonts/DMSans-bold.fntdata"/><Relationship Id="rId43" Type="http://schemas.openxmlformats.org/officeDocument/2006/relationships/font" Target="fonts/DMSans-regular.fntdata"/><Relationship Id="rId46" Type="http://schemas.openxmlformats.org/officeDocument/2006/relationships/font" Target="fonts/DMSans-boldItalic.fntdata"/><Relationship Id="rId45" Type="http://schemas.openxmlformats.org/officeDocument/2006/relationships/font" Target="fonts/DMSans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font" Target="fonts/NewsreaderSemiBold-bold.fntdata"/><Relationship Id="rId47" Type="http://schemas.openxmlformats.org/officeDocument/2006/relationships/font" Target="fonts/NewsreaderSemiBold-regular.fntdata"/><Relationship Id="rId49" Type="http://schemas.openxmlformats.org/officeDocument/2006/relationships/font" Target="fonts/NewsreaderSemiBold-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DMSansLight-regular.fntdata"/><Relationship Id="rId30" Type="http://schemas.openxmlformats.org/officeDocument/2006/relationships/font" Target="fonts/Newsreader-boldItalic.fntdata"/><Relationship Id="rId33" Type="http://schemas.openxmlformats.org/officeDocument/2006/relationships/font" Target="fonts/DMSansLight-italic.fntdata"/><Relationship Id="rId32" Type="http://schemas.openxmlformats.org/officeDocument/2006/relationships/font" Target="fonts/DMSansLight-bold.fntdata"/><Relationship Id="rId35" Type="http://schemas.openxmlformats.org/officeDocument/2006/relationships/font" Target="fonts/DMSansSemiBold-regular.fntdata"/><Relationship Id="rId34" Type="http://schemas.openxmlformats.org/officeDocument/2006/relationships/font" Target="fonts/DMSansLight-boldItalic.fntdata"/><Relationship Id="rId37" Type="http://schemas.openxmlformats.org/officeDocument/2006/relationships/font" Target="fonts/DMSansSemiBold-italic.fntdata"/><Relationship Id="rId36" Type="http://schemas.openxmlformats.org/officeDocument/2006/relationships/font" Target="fonts/DMSansSemiBold-bold.fntdata"/><Relationship Id="rId39" Type="http://schemas.openxmlformats.org/officeDocument/2006/relationships/font" Target="fonts/NewsreaderMedium-regular.fntdata"/><Relationship Id="rId38" Type="http://schemas.openxmlformats.org/officeDocument/2006/relationships/font" Target="fonts/DMSansSemiBold-boldItalic.fntdata"/><Relationship Id="rId20" Type="http://schemas.openxmlformats.org/officeDocument/2006/relationships/font" Target="fonts/Raleway-bold.fntdata"/><Relationship Id="rId22" Type="http://schemas.openxmlformats.org/officeDocument/2006/relationships/font" Target="fonts/Raleway-boldItalic.fntdata"/><Relationship Id="rId21" Type="http://schemas.openxmlformats.org/officeDocument/2006/relationships/font" Target="fonts/Raleway-italic.fntdata"/><Relationship Id="rId24" Type="http://schemas.openxmlformats.org/officeDocument/2006/relationships/font" Target="fonts/Lato-bold.fntdata"/><Relationship Id="rId23" Type="http://schemas.openxmlformats.org/officeDocument/2006/relationships/font" Target="fonts/Lato-regular.fntdata"/><Relationship Id="rId26" Type="http://schemas.openxmlformats.org/officeDocument/2006/relationships/font" Target="fonts/Lato-boldItalic.fntdata"/><Relationship Id="rId25" Type="http://schemas.openxmlformats.org/officeDocument/2006/relationships/font" Target="fonts/Lato-italic.fntdata"/><Relationship Id="rId28" Type="http://schemas.openxmlformats.org/officeDocument/2006/relationships/font" Target="fonts/Newsreader-bold.fntdata"/><Relationship Id="rId27" Type="http://schemas.openxmlformats.org/officeDocument/2006/relationships/font" Target="fonts/Newsreader-regular.fntdata"/><Relationship Id="rId29" Type="http://schemas.openxmlformats.org/officeDocument/2006/relationships/font" Target="fonts/Newsreader-italic.fntdata"/><Relationship Id="rId50" Type="http://schemas.openxmlformats.org/officeDocument/2006/relationships/font" Target="fonts/NewsreaderSemiBold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Raleway-regular.fntdata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g372f07009a7_0_2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3" name="Google Shape;543;g372f07009a7_0_2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37304835b5d_0_7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1" name="Google Shape;551;g37304835b5d_0_7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g37304835b5d_0_7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3" name="Google Shape;573;g37304835b5d_0_7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g37304835b5d_0_8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2" name="Google Shape;582;g37304835b5d_0_8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g37344100e0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1" name="Google Shape;591;g37344100e0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3732a4a7aa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g3732a4a7aa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g37344100e0e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2" name="Google Shape;612;g37344100e0e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g37344100e0e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2" name="Google Shape;622;g37344100e0e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g37344100e0e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2" name="Google Shape;632;g37344100e0e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g37344100e0e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2" name="Google Shape;642;g37344100e0e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g37344100e0e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2" name="Google Shape;652;g37344100e0e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37304835b5d_0_7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0" name="Google Shape;660;g37304835b5d_0_7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 only">
  <p:cSld name="BLANK_1_1_1_1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4"/>
          <p:cNvSpPr txBox="1"/>
          <p:nvPr>
            <p:ph type="title"/>
          </p:nvPr>
        </p:nvSpPr>
        <p:spPr>
          <a:xfrm>
            <a:off x="361975" y="957403"/>
            <a:ext cx="56274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88" name="Google Shape;88;p14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9" name="Google Shape;89;p14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3 Columns">
  <p:cSld name="BLANK_1_1_1_1_3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5"/>
          <p:cNvSpPr txBox="1"/>
          <p:nvPr>
            <p:ph type="title"/>
          </p:nvPr>
        </p:nvSpPr>
        <p:spPr>
          <a:xfrm>
            <a:off x="361975" y="957403"/>
            <a:ext cx="56274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92" name="Google Shape;92;p15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3" name="Google Shape;93;p15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94" name="Google Shape;94;p15"/>
          <p:cNvSpPr txBox="1"/>
          <p:nvPr>
            <p:ph idx="2" type="subTitle"/>
          </p:nvPr>
        </p:nvSpPr>
        <p:spPr>
          <a:xfrm>
            <a:off x="362125" y="1853425"/>
            <a:ext cx="20616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15"/>
          <p:cNvSpPr txBox="1"/>
          <p:nvPr>
            <p:ph idx="3" type="subTitle"/>
          </p:nvPr>
        </p:nvSpPr>
        <p:spPr>
          <a:xfrm>
            <a:off x="3154650" y="1853425"/>
            <a:ext cx="20616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5"/>
          <p:cNvSpPr txBox="1"/>
          <p:nvPr>
            <p:ph idx="4" type="subTitle"/>
          </p:nvPr>
        </p:nvSpPr>
        <p:spPr>
          <a:xfrm>
            <a:off x="6216650" y="1853425"/>
            <a:ext cx="20616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5"/>
          <p:cNvSpPr txBox="1"/>
          <p:nvPr>
            <p:ph idx="5" type="subTitle"/>
          </p:nvPr>
        </p:nvSpPr>
        <p:spPr>
          <a:xfrm>
            <a:off x="362125" y="2206700"/>
            <a:ext cx="2575800" cy="124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eyebrow ">
  <p:cSld name="BLANK_1_1_1_1_2_1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6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0" name="Google Shape;100;p16"/>
          <p:cNvSpPr txBox="1"/>
          <p:nvPr>
            <p:ph type="title"/>
          </p:nvPr>
        </p:nvSpPr>
        <p:spPr>
          <a:xfrm>
            <a:off x="361975" y="988557"/>
            <a:ext cx="50184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101" name="Google Shape;101;p16"/>
          <p:cNvSpPr txBox="1"/>
          <p:nvPr>
            <p:ph idx="1" type="subTitle"/>
          </p:nvPr>
        </p:nvSpPr>
        <p:spPr>
          <a:xfrm>
            <a:off x="361975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16"/>
          <p:cNvSpPr txBox="1"/>
          <p:nvPr>
            <p:ph idx="2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agenda">
  <p:cSld name="BLANK_1_1_1_1_1_1_1_1_1_1_1">
    <p:bg>
      <p:bgPr>
        <a:solidFill>
          <a:schemeClr val="l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7"/>
          <p:cNvSpPr txBox="1"/>
          <p:nvPr>
            <p:ph idx="1" type="subTitle"/>
          </p:nvPr>
        </p:nvSpPr>
        <p:spPr>
          <a:xfrm>
            <a:off x="361975" y="2841984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5" name="Google Shape;105;p17"/>
          <p:cNvSpPr txBox="1"/>
          <p:nvPr>
            <p:ph type="title"/>
          </p:nvPr>
        </p:nvSpPr>
        <p:spPr>
          <a:xfrm>
            <a:off x="361975" y="962100"/>
            <a:ext cx="4163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6" name="Google Shape;106;p17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7" name="Google Shape;107;p17"/>
          <p:cNvSpPr txBox="1"/>
          <p:nvPr>
            <p:ph idx="2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8" name="Google Shape;108;p17"/>
          <p:cNvSpPr txBox="1"/>
          <p:nvPr>
            <p:ph idx="3" type="subTitle"/>
          </p:nvPr>
        </p:nvSpPr>
        <p:spPr>
          <a:xfrm>
            <a:off x="4909675" y="2841984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9" name="Google Shape;109;p17"/>
          <p:cNvSpPr txBox="1"/>
          <p:nvPr>
            <p:ph idx="4" type="subTitle"/>
          </p:nvPr>
        </p:nvSpPr>
        <p:spPr>
          <a:xfrm>
            <a:off x="361975" y="3493626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0" name="Google Shape;110;p17"/>
          <p:cNvSpPr txBox="1"/>
          <p:nvPr>
            <p:ph idx="5" type="subTitle"/>
          </p:nvPr>
        </p:nvSpPr>
        <p:spPr>
          <a:xfrm>
            <a:off x="4909675" y="3493626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1" name="Google Shape;111;p17"/>
          <p:cNvSpPr txBox="1"/>
          <p:nvPr>
            <p:ph idx="6" type="subTitle"/>
          </p:nvPr>
        </p:nvSpPr>
        <p:spPr>
          <a:xfrm>
            <a:off x="361975" y="4145267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2" name="Google Shape;112;p17"/>
          <p:cNvSpPr txBox="1"/>
          <p:nvPr>
            <p:ph idx="7" type="subTitle"/>
          </p:nvPr>
        </p:nvSpPr>
        <p:spPr>
          <a:xfrm>
            <a:off x="4909675" y="4145267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Horizontal - Light">
  <p:cSld name="BLANK_1_1_1_1_1_1_1_1_1_1_1_1_1_1_2">
    <p:bg>
      <p:bgPr>
        <a:solidFill>
          <a:schemeClr val="accent6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8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u="sng"/>
          </a:p>
        </p:txBody>
      </p:sp>
      <p:sp>
        <p:nvSpPr>
          <p:cNvPr id="115" name="Google Shape;115;p18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18"/>
          <p:cNvSpPr txBox="1"/>
          <p:nvPr>
            <p:ph idx="2" type="body"/>
          </p:nvPr>
        </p:nvSpPr>
        <p:spPr>
          <a:xfrm>
            <a:off x="4845475" y="1361028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117" name="Google Shape;117;p18"/>
          <p:cNvSpPr txBox="1"/>
          <p:nvPr>
            <p:ph idx="3" type="subTitle"/>
          </p:nvPr>
        </p:nvSpPr>
        <p:spPr>
          <a:xfrm>
            <a:off x="4845475" y="1028377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18" name="Google Shape;118;p18"/>
          <p:cNvSpPr txBox="1"/>
          <p:nvPr>
            <p:ph idx="4" type="body"/>
          </p:nvPr>
        </p:nvSpPr>
        <p:spPr>
          <a:xfrm>
            <a:off x="4845475" y="2595865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9" name="Google Shape;119;p18"/>
          <p:cNvSpPr txBox="1"/>
          <p:nvPr>
            <p:ph idx="5" type="subTitle"/>
          </p:nvPr>
        </p:nvSpPr>
        <p:spPr>
          <a:xfrm>
            <a:off x="4845475" y="2263215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20" name="Google Shape;120;p18"/>
          <p:cNvSpPr txBox="1"/>
          <p:nvPr>
            <p:ph idx="6" type="body"/>
          </p:nvPr>
        </p:nvSpPr>
        <p:spPr>
          <a:xfrm>
            <a:off x="4845475" y="3870078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1" name="Google Shape;121;p18"/>
          <p:cNvSpPr txBox="1"/>
          <p:nvPr>
            <p:ph idx="7" type="subTitle"/>
          </p:nvPr>
        </p:nvSpPr>
        <p:spPr>
          <a:xfrm>
            <a:off x="4845475" y="3537427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22" name="Google Shape;122;p18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123" name="Google Shape;123;p18"/>
          <p:cNvSpPr txBox="1"/>
          <p:nvPr>
            <p:ph idx="8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Horizontal - Light - Alt 1">
  <p:cSld name="BLANK_1_1_1_1_1_1_1_1_1_1_1_1_1_1_2_2">
    <p:bg>
      <p:bgPr>
        <a:solidFill>
          <a:schemeClr val="accent6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9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19"/>
          <p:cNvSpPr txBox="1"/>
          <p:nvPr>
            <p:ph idx="2" type="body"/>
          </p:nvPr>
        </p:nvSpPr>
        <p:spPr>
          <a:xfrm>
            <a:off x="4845475" y="998689"/>
            <a:ext cx="33825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127" name="Google Shape;127;p19"/>
          <p:cNvSpPr txBox="1"/>
          <p:nvPr>
            <p:ph idx="3" type="subTitle"/>
          </p:nvPr>
        </p:nvSpPr>
        <p:spPr>
          <a:xfrm>
            <a:off x="4845475" y="666041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28" name="Google Shape;128;p19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29" name="Google Shape;129;p19"/>
          <p:cNvSpPr txBox="1"/>
          <p:nvPr>
            <p:ph idx="4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19"/>
          <p:cNvSpPr txBox="1"/>
          <p:nvPr>
            <p:ph idx="5" type="body"/>
          </p:nvPr>
        </p:nvSpPr>
        <p:spPr>
          <a:xfrm>
            <a:off x="4845475" y="3927439"/>
            <a:ext cx="33825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1" name="Google Shape;131;p19"/>
          <p:cNvSpPr txBox="1"/>
          <p:nvPr>
            <p:ph idx="6" type="subTitle"/>
          </p:nvPr>
        </p:nvSpPr>
        <p:spPr>
          <a:xfrm>
            <a:off x="4845475" y="3594791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2" name="Google Shape;132;p19"/>
          <p:cNvSpPr txBox="1"/>
          <p:nvPr>
            <p:ph idx="7" type="body"/>
          </p:nvPr>
        </p:nvSpPr>
        <p:spPr>
          <a:xfrm>
            <a:off x="4845475" y="2431037"/>
            <a:ext cx="33825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3" name="Google Shape;133;p19"/>
          <p:cNvSpPr txBox="1"/>
          <p:nvPr>
            <p:ph idx="8" type="subTitle"/>
          </p:nvPr>
        </p:nvSpPr>
        <p:spPr>
          <a:xfrm>
            <a:off x="4845475" y="2098390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4" name="Google Shape;134;p19"/>
          <p:cNvSpPr txBox="1"/>
          <p:nvPr>
            <p:ph idx="9" type="body"/>
          </p:nvPr>
        </p:nvSpPr>
        <p:spPr>
          <a:xfrm>
            <a:off x="356100" y="3243900"/>
            <a:ext cx="2798700" cy="1334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Horizontal - Dark">
  <p:cSld name="BLANK_1_1_1_1_1_1_1_1_1_1_1_1_1_1_2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0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7" name="Google Shape;137;p20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8" name="Google Shape;138;p20"/>
          <p:cNvSpPr txBox="1"/>
          <p:nvPr>
            <p:ph idx="2" type="body"/>
          </p:nvPr>
        </p:nvSpPr>
        <p:spPr>
          <a:xfrm>
            <a:off x="4845475" y="1361028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139" name="Google Shape;139;p20"/>
          <p:cNvSpPr txBox="1"/>
          <p:nvPr>
            <p:ph idx="3" type="subTitle"/>
          </p:nvPr>
        </p:nvSpPr>
        <p:spPr>
          <a:xfrm>
            <a:off x="4845475" y="1028377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40" name="Google Shape;140;p20"/>
          <p:cNvSpPr txBox="1"/>
          <p:nvPr>
            <p:ph idx="4" type="body"/>
          </p:nvPr>
        </p:nvSpPr>
        <p:spPr>
          <a:xfrm>
            <a:off x="4845475" y="2595865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1" name="Google Shape;141;p20"/>
          <p:cNvSpPr txBox="1"/>
          <p:nvPr>
            <p:ph idx="5" type="subTitle"/>
          </p:nvPr>
        </p:nvSpPr>
        <p:spPr>
          <a:xfrm>
            <a:off x="4845475" y="2263215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42" name="Google Shape;142;p20"/>
          <p:cNvSpPr txBox="1"/>
          <p:nvPr>
            <p:ph idx="6" type="body"/>
          </p:nvPr>
        </p:nvSpPr>
        <p:spPr>
          <a:xfrm>
            <a:off x="4845475" y="3870078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143" name="Google Shape;143;p20"/>
          <p:cNvSpPr txBox="1"/>
          <p:nvPr>
            <p:ph idx="7" type="subTitle"/>
          </p:nvPr>
        </p:nvSpPr>
        <p:spPr>
          <a:xfrm>
            <a:off x="4845475" y="3537427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44" name="Google Shape;144;p20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5" name="Google Shape;145;p20"/>
          <p:cNvSpPr txBox="1"/>
          <p:nvPr>
            <p:ph idx="8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four big ideas">
  <p:cSld name="BLANK_1_1_1_1_1_1_1_1_1_1_1_1_1_1_1">
    <p:bg>
      <p:bgPr>
        <a:solidFill>
          <a:schemeClr val="lt1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1"/>
          <p:cNvSpPr txBox="1"/>
          <p:nvPr>
            <p:ph idx="1" type="body"/>
          </p:nvPr>
        </p:nvSpPr>
        <p:spPr>
          <a:xfrm>
            <a:off x="2610420" y="2943375"/>
            <a:ext cx="1645800" cy="16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148" name="Google Shape;148;p21"/>
          <p:cNvSpPr txBox="1"/>
          <p:nvPr>
            <p:ph idx="2" type="subTitle"/>
          </p:nvPr>
        </p:nvSpPr>
        <p:spPr>
          <a:xfrm>
            <a:off x="2610418" y="2169054"/>
            <a:ext cx="16458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49" name="Google Shape;149;p21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0" name="Google Shape;150;p21"/>
          <p:cNvSpPr txBox="1"/>
          <p:nvPr>
            <p:ph idx="3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1" name="Google Shape;151;p21"/>
          <p:cNvSpPr txBox="1"/>
          <p:nvPr>
            <p:ph idx="4" type="body"/>
          </p:nvPr>
        </p:nvSpPr>
        <p:spPr>
          <a:xfrm>
            <a:off x="4889772" y="2943375"/>
            <a:ext cx="1645800" cy="16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2" name="Google Shape;152;p21"/>
          <p:cNvSpPr txBox="1"/>
          <p:nvPr>
            <p:ph idx="5" type="subTitle"/>
          </p:nvPr>
        </p:nvSpPr>
        <p:spPr>
          <a:xfrm>
            <a:off x="4889774" y="2169054"/>
            <a:ext cx="16458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3" name="Google Shape;153;p21"/>
          <p:cNvSpPr txBox="1"/>
          <p:nvPr>
            <p:ph idx="6" type="body"/>
          </p:nvPr>
        </p:nvSpPr>
        <p:spPr>
          <a:xfrm>
            <a:off x="7130875" y="2943375"/>
            <a:ext cx="1645800" cy="16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154" name="Google Shape;154;p21"/>
          <p:cNvSpPr txBox="1"/>
          <p:nvPr>
            <p:ph idx="7" type="subTitle"/>
          </p:nvPr>
        </p:nvSpPr>
        <p:spPr>
          <a:xfrm>
            <a:off x="7130874" y="2169054"/>
            <a:ext cx="16458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5" name="Google Shape;155;p21"/>
          <p:cNvSpPr txBox="1"/>
          <p:nvPr>
            <p:ph idx="8" type="body"/>
          </p:nvPr>
        </p:nvSpPr>
        <p:spPr>
          <a:xfrm>
            <a:off x="360525" y="2943375"/>
            <a:ext cx="1645800" cy="16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6" name="Google Shape;156;p21"/>
          <p:cNvSpPr txBox="1"/>
          <p:nvPr>
            <p:ph idx="9" type="subTitle"/>
          </p:nvPr>
        </p:nvSpPr>
        <p:spPr>
          <a:xfrm>
            <a:off x="360533" y="2169054"/>
            <a:ext cx="16458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7" name="Google Shape;157;p21"/>
          <p:cNvSpPr txBox="1"/>
          <p:nvPr>
            <p:ph idx="13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8" name="Google Shape;158;p21"/>
          <p:cNvSpPr txBox="1"/>
          <p:nvPr>
            <p:ph type="title"/>
          </p:nvPr>
        </p:nvSpPr>
        <p:spPr>
          <a:xfrm>
            <a:off x="1938175" y="988550"/>
            <a:ext cx="52677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ve big ideas">
  <p:cSld name="BLANK_1_1_1_1_1_1_1_1_1_1_1_1_1_1_1_3">
    <p:bg>
      <p:bgPr>
        <a:solidFill>
          <a:schemeClr val="accent2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2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1" name="Google Shape;161;p22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2" name="Google Shape;162;p22"/>
          <p:cNvSpPr txBox="1"/>
          <p:nvPr>
            <p:ph idx="2" type="body"/>
          </p:nvPr>
        </p:nvSpPr>
        <p:spPr>
          <a:xfrm>
            <a:off x="361975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63" name="Google Shape;163;p22"/>
          <p:cNvSpPr txBox="1"/>
          <p:nvPr>
            <p:ph idx="3" type="subTitle"/>
          </p:nvPr>
        </p:nvSpPr>
        <p:spPr>
          <a:xfrm>
            <a:off x="361975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64" name="Google Shape;164;p22"/>
          <p:cNvSpPr txBox="1"/>
          <p:nvPr>
            <p:ph idx="4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65" name="Google Shape;165;p22"/>
          <p:cNvSpPr txBox="1"/>
          <p:nvPr>
            <p:ph type="title"/>
          </p:nvPr>
        </p:nvSpPr>
        <p:spPr>
          <a:xfrm>
            <a:off x="1938175" y="988550"/>
            <a:ext cx="52677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166" name="Google Shape;166;p22"/>
          <p:cNvSpPr txBox="1"/>
          <p:nvPr>
            <p:ph idx="5" type="subTitle"/>
          </p:nvPr>
        </p:nvSpPr>
        <p:spPr>
          <a:xfrm>
            <a:off x="7319275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67" name="Google Shape;167;p22"/>
          <p:cNvSpPr txBox="1"/>
          <p:nvPr>
            <p:ph idx="6" type="body"/>
          </p:nvPr>
        </p:nvSpPr>
        <p:spPr>
          <a:xfrm>
            <a:off x="2101300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68" name="Google Shape;168;p22"/>
          <p:cNvSpPr txBox="1"/>
          <p:nvPr>
            <p:ph idx="7" type="body"/>
          </p:nvPr>
        </p:nvSpPr>
        <p:spPr>
          <a:xfrm>
            <a:off x="3840625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69" name="Google Shape;169;p22"/>
          <p:cNvSpPr txBox="1"/>
          <p:nvPr>
            <p:ph idx="8" type="body"/>
          </p:nvPr>
        </p:nvSpPr>
        <p:spPr>
          <a:xfrm>
            <a:off x="5579950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70" name="Google Shape;170;p22"/>
          <p:cNvSpPr txBox="1"/>
          <p:nvPr>
            <p:ph idx="9" type="subTitle"/>
          </p:nvPr>
        </p:nvSpPr>
        <p:spPr>
          <a:xfrm>
            <a:off x="2101300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71" name="Google Shape;171;p22"/>
          <p:cNvSpPr txBox="1"/>
          <p:nvPr>
            <p:ph idx="13" type="subTitle"/>
          </p:nvPr>
        </p:nvSpPr>
        <p:spPr>
          <a:xfrm>
            <a:off x="3840625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72" name="Google Shape;172;p22"/>
          <p:cNvSpPr txBox="1"/>
          <p:nvPr>
            <p:ph idx="14" type="subTitle"/>
          </p:nvPr>
        </p:nvSpPr>
        <p:spPr>
          <a:xfrm>
            <a:off x="5579950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73" name="Google Shape;173;p22"/>
          <p:cNvSpPr txBox="1"/>
          <p:nvPr>
            <p:ph idx="15" type="body"/>
          </p:nvPr>
        </p:nvSpPr>
        <p:spPr>
          <a:xfrm>
            <a:off x="7319275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1">
  <p:cSld name="BLANK_1_1_1_1_1_1_1_1_1_1_1_1_1_1_1_2">
    <p:bg>
      <p:bgPr>
        <a:solidFill>
          <a:schemeClr val="lt1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3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6" name="Google Shape;176;p23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7" name="Google Shape;177;p23"/>
          <p:cNvSpPr txBox="1"/>
          <p:nvPr>
            <p:ph idx="2" type="body"/>
          </p:nvPr>
        </p:nvSpPr>
        <p:spPr>
          <a:xfrm>
            <a:off x="7130875" y="3628800"/>
            <a:ext cx="1645800" cy="6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78" name="Google Shape;178;p23"/>
          <p:cNvSpPr txBox="1"/>
          <p:nvPr>
            <p:ph idx="3" type="subTitle"/>
          </p:nvPr>
        </p:nvSpPr>
        <p:spPr>
          <a:xfrm>
            <a:off x="7130875" y="2586820"/>
            <a:ext cx="1645800" cy="1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ewsreader SemiBold"/>
              <a:buNone/>
              <a:defRPr sz="1100">
                <a:solidFill>
                  <a:schemeClr val="dk1"/>
                </a:solidFill>
                <a:latin typeface="Newsreader SemiBold"/>
                <a:ea typeface="Newsreader SemiBold"/>
                <a:cs typeface="Newsreader SemiBold"/>
                <a:sym typeface="Newsread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79" name="Google Shape;179;p23"/>
          <p:cNvSpPr txBox="1"/>
          <p:nvPr>
            <p:ph idx="4" type="subTitle"/>
          </p:nvPr>
        </p:nvSpPr>
        <p:spPr>
          <a:xfrm>
            <a:off x="7130875" y="2791120"/>
            <a:ext cx="16458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80" name="Google Shape;180;p23"/>
          <p:cNvSpPr txBox="1"/>
          <p:nvPr>
            <p:ph idx="5" type="body"/>
          </p:nvPr>
        </p:nvSpPr>
        <p:spPr>
          <a:xfrm>
            <a:off x="4892138" y="3628800"/>
            <a:ext cx="1645800" cy="6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81" name="Google Shape;181;p23"/>
          <p:cNvSpPr txBox="1"/>
          <p:nvPr>
            <p:ph idx="6" type="subTitle"/>
          </p:nvPr>
        </p:nvSpPr>
        <p:spPr>
          <a:xfrm>
            <a:off x="4892138" y="2586820"/>
            <a:ext cx="1645800" cy="1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ewsreader SemiBold"/>
              <a:buNone/>
              <a:defRPr sz="1100">
                <a:solidFill>
                  <a:schemeClr val="dk1"/>
                </a:solidFill>
                <a:latin typeface="Newsreader SemiBold"/>
                <a:ea typeface="Newsreader SemiBold"/>
                <a:cs typeface="Newsreader SemiBold"/>
                <a:sym typeface="Newsread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82" name="Google Shape;182;p23"/>
          <p:cNvSpPr txBox="1"/>
          <p:nvPr>
            <p:ph idx="7" type="subTitle"/>
          </p:nvPr>
        </p:nvSpPr>
        <p:spPr>
          <a:xfrm>
            <a:off x="4892138" y="2791120"/>
            <a:ext cx="16458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83" name="Google Shape;183;p23"/>
          <p:cNvSpPr txBox="1"/>
          <p:nvPr>
            <p:ph idx="8" type="body"/>
          </p:nvPr>
        </p:nvSpPr>
        <p:spPr>
          <a:xfrm>
            <a:off x="2607050" y="3628800"/>
            <a:ext cx="1645800" cy="6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84" name="Google Shape;184;p23"/>
          <p:cNvSpPr txBox="1"/>
          <p:nvPr>
            <p:ph idx="9" type="subTitle"/>
          </p:nvPr>
        </p:nvSpPr>
        <p:spPr>
          <a:xfrm>
            <a:off x="2607050" y="2586820"/>
            <a:ext cx="1645800" cy="1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ewsreader SemiBold"/>
              <a:buNone/>
              <a:defRPr sz="1100">
                <a:solidFill>
                  <a:schemeClr val="dk1"/>
                </a:solidFill>
                <a:latin typeface="Newsreader SemiBold"/>
                <a:ea typeface="Newsreader SemiBold"/>
                <a:cs typeface="Newsreader SemiBold"/>
                <a:sym typeface="Newsread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85" name="Google Shape;185;p23"/>
          <p:cNvSpPr txBox="1"/>
          <p:nvPr>
            <p:ph idx="13" type="subTitle"/>
          </p:nvPr>
        </p:nvSpPr>
        <p:spPr>
          <a:xfrm>
            <a:off x="2607050" y="2791120"/>
            <a:ext cx="16458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86" name="Google Shape;186;p23"/>
          <p:cNvSpPr txBox="1"/>
          <p:nvPr>
            <p:ph idx="14" type="body"/>
          </p:nvPr>
        </p:nvSpPr>
        <p:spPr>
          <a:xfrm>
            <a:off x="361975" y="3628800"/>
            <a:ext cx="1645800" cy="6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87" name="Google Shape;187;p23"/>
          <p:cNvSpPr txBox="1"/>
          <p:nvPr>
            <p:ph idx="15" type="subTitle"/>
          </p:nvPr>
        </p:nvSpPr>
        <p:spPr>
          <a:xfrm>
            <a:off x="361975" y="2586820"/>
            <a:ext cx="1645800" cy="1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ewsreader SemiBold"/>
              <a:buNone/>
              <a:defRPr sz="1100">
                <a:solidFill>
                  <a:schemeClr val="dk1"/>
                </a:solidFill>
                <a:latin typeface="Newsreader SemiBold"/>
                <a:ea typeface="Newsreader SemiBold"/>
                <a:cs typeface="Newsreader SemiBold"/>
                <a:sym typeface="Newsread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88" name="Google Shape;188;p23"/>
          <p:cNvSpPr txBox="1"/>
          <p:nvPr>
            <p:ph idx="16" type="subTitle"/>
          </p:nvPr>
        </p:nvSpPr>
        <p:spPr>
          <a:xfrm>
            <a:off x="361975" y="2791120"/>
            <a:ext cx="16458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89" name="Google Shape;189;p23"/>
          <p:cNvSpPr txBox="1"/>
          <p:nvPr>
            <p:ph idx="17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90" name="Google Shape;190;p23"/>
          <p:cNvSpPr txBox="1"/>
          <p:nvPr>
            <p:ph type="title"/>
          </p:nvPr>
        </p:nvSpPr>
        <p:spPr>
          <a:xfrm>
            <a:off x="1406600" y="988557"/>
            <a:ext cx="63309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CUSTOM_7_1_1_1_1_1_1_1_1_1_1_1_1_1_1_1_1">
    <p:bg>
      <p:bgPr>
        <a:solidFill>
          <a:schemeClr val="lt1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4"/>
          <p:cNvSpPr/>
          <p:nvPr>
            <p:ph idx="2" type="pic"/>
          </p:nvPr>
        </p:nvSpPr>
        <p:spPr>
          <a:xfrm>
            <a:off x="4587725" y="-8750"/>
            <a:ext cx="4572000" cy="5152200"/>
          </a:xfrm>
          <a:prstGeom prst="rect">
            <a:avLst/>
          </a:prstGeom>
          <a:noFill/>
          <a:ln>
            <a:noFill/>
          </a:ln>
        </p:spPr>
      </p:sp>
      <p:sp>
        <p:nvSpPr>
          <p:cNvPr id="193" name="Google Shape;193;p24"/>
          <p:cNvSpPr txBox="1"/>
          <p:nvPr>
            <p:ph type="title"/>
          </p:nvPr>
        </p:nvSpPr>
        <p:spPr>
          <a:xfrm>
            <a:off x="361975" y="923525"/>
            <a:ext cx="38601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4" name="Google Shape;194;p24"/>
          <p:cNvSpPr txBox="1"/>
          <p:nvPr>
            <p:ph idx="1" type="subTitle"/>
          </p:nvPr>
        </p:nvSpPr>
        <p:spPr>
          <a:xfrm>
            <a:off x="361975" y="255533"/>
            <a:ext cx="3860100" cy="3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5" name="Google Shape;195;p24"/>
          <p:cNvSpPr txBox="1"/>
          <p:nvPr>
            <p:ph idx="3" type="body"/>
          </p:nvPr>
        </p:nvSpPr>
        <p:spPr>
          <a:xfrm>
            <a:off x="547575" y="3337797"/>
            <a:ext cx="3492600" cy="132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 and Four steps">
  <p:cSld name="CUSTOM_7_1_1_1_1_1_1_1_1_1_1_1_1_1_1_1_1_1_2">
    <p:bg>
      <p:bgPr>
        <a:solidFill>
          <a:schemeClr val="lt1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5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8" name="Google Shape;198;p25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9" name="Google Shape;199;p25"/>
          <p:cNvSpPr/>
          <p:nvPr/>
        </p:nvSpPr>
        <p:spPr>
          <a:xfrm>
            <a:off x="50" y="2785800"/>
            <a:ext cx="2294400" cy="2357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00" name="Google Shape;200;p25"/>
          <p:cNvSpPr/>
          <p:nvPr/>
        </p:nvSpPr>
        <p:spPr>
          <a:xfrm>
            <a:off x="2286125" y="2068875"/>
            <a:ext cx="2294400" cy="30747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01" name="Google Shape;201;p25"/>
          <p:cNvSpPr/>
          <p:nvPr/>
        </p:nvSpPr>
        <p:spPr>
          <a:xfrm>
            <a:off x="4565475" y="1495326"/>
            <a:ext cx="2294400" cy="3648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02" name="Google Shape;202;p25"/>
          <p:cNvSpPr/>
          <p:nvPr/>
        </p:nvSpPr>
        <p:spPr>
          <a:xfrm>
            <a:off x="6849550" y="732775"/>
            <a:ext cx="2294400" cy="4410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03" name="Google Shape;203;p25"/>
          <p:cNvSpPr txBox="1"/>
          <p:nvPr/>
        </p:nvSpPr>
        <p:spPr>
          <a:xfrm>
            <a:off x="375350" y="4481351"/>
            <a:ext cx="675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Newsreader"/>
                <a:ea typeface="Newsreader"/>
                <a:cs typeface="Newsreader"/>
                <a:sym typeface="Newsreader"/>
              </a:rPr>
              <a:t>01</a:t>
            </a:r>
            <a:endParaRPr sz="3000">
              <a:solidFill>
                <a:schemeClr val="lt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204" name="Google Shape;204;p25"/>
          <p:cNvSpPr txBox="1"/>
          <p:nvPr/>
        </p:nvSpPr>
        <p:spPr>
          <a:xfrm>
            <a:off x="2665113" y="4481351"/>
            <a:ext cx="675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rPr>
              <a:t>02</a:t>
            </a:r>
            <a:endParaRPr sz="3000">
              <a:solidFill>
                <a:schemeClr val="dk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205" name="Google Shape;205;p25"/>
          <p:cNvSpPr txBox="1"/>
          <p:nvPr/>
        </p:nvSpPr>
        <p:spPr>
          <a:xfrm>
            <a:off x="4937688" y="4481351"/>
            <a:ext cx="675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Newsreader"/>
                <a:ea typeface="Newsreader"/>
                <a:cs typeface="Newsreader"/>
                <a:sym typeface="Newsreader"/>
              </a:rPr>
              <a:t>03</a:t>
            </a:r>
            <a:endParaRPr sz="3000">
              <a:solidFill>
                <a:schemeClr val="lt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206" name="Google Shape;206;p25"/>
          <p:cNvSpPr txBox="1"/>
          <p:nvPr/>
        </p:nvSpPr>
        <p:spPr>
          <a:xfrm>
            <a:off x="7230513" y="4481351"/>
            <a:ext cx="675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Newsreader"/>
                <a:ea typeface="Newsreader"/>
                <a:cs typeface="Newsreader"/>
                <a:sym typeface="Newsreader"/>
              </a:rPr>
              <a:t>04</a:t>
            </a:r>
            <a:endParaRPr sz="3000">
              <a:solidFill>
                <a:schemeClr val="lt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207" name="Google Shape;207;p25"/>
          <p:cNvSpPr txBox="1"/>
          <p:nvPr>
            <p:ph type="title"/>
          </p:nvPr>
        </p:nvSpPr>
        <p:spPr>
          <a:xfrm>
            <a:off x="361975" y="988782"/>
            <a:ext cx="3231600" cy="76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9pPr>
          </a:lstStyle>
          <a:p/>
        </p:txBody>
      </p:sp>
      <p:sp>
        <p:nvSpPr>
          <p:cNvPr id="208" name="Google Shape;208;p25"/>
          <p:cNvSpPr txBox="1"/>
          <p:nvPr>
            <p:ph idx="2" type="subTitle"/>
          </p:nvPr>
        </p:nvSpPr>
        <p:spPr>
          <a:xfrm>
            <a:off x="382691" y="3129231"/>
            <a:ext cx="12573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9" name="Google Shape;209;p25"/>
          <p:cNvSpPr txBox="1"/>
          <p:nvPr>
            <p:ph idx="3" type="subTitle"/>
          </p:nvPr>
        </p:nvSpPr>
        <p:spPr>
          <a:xfrm>
            <a:off x="377048" y="3344302"/>
            <a:ext cx="1689600" cy="96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10" name="Google Shape;210;p25"/>
          <p:cNvSpPr txBox="1"/>
          <p:nvPr>
            <p:ph idx="4" type="subTitle"/>
          </p:nvPr>
        </p:nvSpPr>
        <p:spPr>
          <a:xfrm>
            <a:off x="2671462" y="2450249"/>
            <a:ext cx="12573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1" name="Google Shape;211;p25"/>
          <p:cNvSpPr txBox="1"/>
          <p:nvPr>
            <p:ph idx="5" type="subTitle"/>
          </p:nvPr>
        </p:nvSpPr>
        <p:spPr>
          <a:xfrm>
            <a:off x="2665825" y="2665171"/>
            <a:ext cx="1689600" cy="14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12" name="Google Shape;212;p25"/>
          <p:cNvSpPr txBox="1"/>
          <p:nvPr>
            <p:ph idx="6" type="subTitle"/>
          </p:nvPr>
        </p:nvSpPr>
        <p:spPr>
          <a:xfrm>
            <a:off x="4943337" y="1884672"/>
            <a:ext cx="12573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3" name="Google Shape;213;p25"/>
          <p:cNvSpPr txBox="1"/>
          <p:nvPr>
            <p:ph idx="7" type="subTitle"/>
          </p:nvPr>
        </p:nvSpPr>
        <p:spPr>
          <a:xfrm>
            <a:off x="4937700" y="2099593"/>
            <a:ext cx="1689600" cy="162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14" name="Google Shape;214;p25"/>
          <p:cNvSpPr txBox="1"/>
          <p:nvPr>
            <p:ph idx="8" type="subTitle"/>
          </p:nvPr>
        </p:nvSpPr>
        <p:spPr>
          <a:xfrm>
            <a:off x="7238787" y="1057472"/>
            <a:ext cx="12573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5" name="Google Shape;215;p25"/>
          <p:cNvSpPr txBox="1"/>
          <p:nvPr>
            <p:ph idx="9" type="subTitle"/>
          </p:nvPr>
        </p:nvSpPr>
        <p:spPr>
          <a:xfrm>
            <a:off x="7233150" y="1272358"/>
            <a:ext cx="1689600" cy="219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- Light">
  <p:cSld name="CUSTOM_7_1_1_1_1_1_1_1_1_1_1_1_1_1_1_1_1_1_1_1"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6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8" name="Google Shape;218;p26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9" name="Google Shape;219;p26"/>
          <p:cNvSpPr txBox="1"/>
          <p:nvPr>
            <p:ph type="title"/>
          </p:nvPr>
        </p:nvSpPr>
        <p:spPr>
          <a:xfrm>
            <a:off x="1453650" y="1325938"/>
            <a:ext cx="6236700" cy="201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5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5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5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5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5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5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5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5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500"/>
            </a:lvl9pPr>
          </a:lstStyle>
          <a:p/>
        </p:txBody>
      </p:sp>
      <p:sp>
        <p:nvSpPr>
          <p:cNvPr id="220" name="Google Shape;220;p26"/>
          <p:cNvSpPr/>
          <p:nvPr>
            <p:ph idx="2" type="pic"/>
          </p:nvPr>
        </p:nvSpPr>
        <p:spPr>
          <a:xfrm>
            <a:off x="1442350" y="3492500"/>
            <a:ext cx="408900" cy="4089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21" name="Google Shape;221;p26"/>
          <p:cNvSpPr txBox="1"/>
          <p:nvPr>
            <p:ph idx="3" type="subTitle"/>
          </p:nvPr>
        </p:nvSpPr>
        <p:spPr>
          <a:xfrm>
            <a:off x="1957375" y="3536000"/>
            <a:ext cx="26616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222" name="Google Shape;222;p26"/>
          <p:cNvSpPr txBox="1"/>
          <p:nvPr>
            <p:ph idx="4" type="subTitle"/>
          </p:nvPr>
        </p:nvSpPr>
        <p:spPr>
          <a:xfrm>
            <a:off x="1957375" y="3678443"/>
            <a:ext cx="26616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- Dark">
  <p:cSld name="CUSTOM_7_1_1_1_1_1_1_1_1_1_1_1_1_1_1_1_1_1_1_1_1">
    <p:bg>
      <p:bgPr>
        <a:solidFill>
          <a:schemeClr val="lt1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7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5" name="Google Shape;225;p27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6" name="Google Shape;226;p27"/>
          <p:cNvSpPr txBox="1"/>
          <p:nvPr>
            <p:ph type="title"/>
          </p:nvPr>
        </p:nvSpPr>
        <p:spPr>
          <a:xfrm>
            <a:off x="1453650" y="1325938"/>
            <a:ext cx="6236700" cy="201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7" name="Google Shape;227;p27"/>
          <p:cNvSpPr/>
          <p:nvPr>
            <p:ph idx="2" type="pic"/>
          </p:nvPr>
        </p:nvSpPr>
        <p:spPr>
          <a:xfrm>
            <a:off x="1442350" y="3492500"/>
            <a:ext cx="408900" cy="4089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28" name="Google Shape;228;p27"/>
          <p:cNvSpPr txBox="1"/>
          <p:nvPr>
            <p:ph idx="3" type="subTitle"/>
          </p:nvPr>
        </p:nvSpPr>
        <p:spPr>
          <a:xfrm>
            <a:off x="1957375" y="3536000"/>
            <a:ext cx="26616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229" name="Google Shape;229;p27"/>
          <p:cNvSpPr txBox="1"/>
          <p:nvPr>
            <p:ph idx="4" type="subTitle"/>
          </p:nvPr>
        </p:nvSpPr>
        <p:spPr>
          <a:xfrm>
            <a:off x="1957375" y="3678443"/>
            <a:ext cx="26616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ve modules">
  <p:cSld name="CUSTOM">
    <p:bg>
      <p:bgPr>
        <a:solidFill>
          <a:schemeClr val="lt1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8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2" name="Google Shape;232;p28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3" name="Google Shape;233;p28"/>
          <p:cNvSpPr txBox="1"/>
          <p:nvPr>
            <p:ph idx="2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4" name="Google Shape;234;p28"/>
          <p:cNvSpPr txBox="1"/>
          <p:nvPr>
            <p:ph idx="3" type="body"/>
          </p:nvPr>
        </p:nvSpPr>
        <p:spPr>
          <a:xfrm>
            <a:off x="361975" y="3256513"/>
            <a:ext cx="3860100" cy="1327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35" name="Google Shape;235;p28"/>
          <p:cNvSpPr txBox="1"/>
          <p:nvPr>
            <p:ph idx="4" type="title"/>
          </p:nvPr>
        </p:nvSpPr>
        <p:spPr>
          <a:xfrm>
            <a:off x="4800825" y="258072"/>
            <a:ext cx="1762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236" name="Google Shape;236;p28"/>
          <p:cNvSpPr txBox="1"/>
          <p:nvPr>
            <p:ph idx="5" type="title"/>
          </p:nvPr>
        </p:nvSpPr>
        <p:spPr>
          <a:xfrm>
            <a:off x="7094925" y="258072"/>
            <a:ext cx="1762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7" name="Google Shape;237;p28"/>
          <p:cNvSpPr txBox="1"/>
          <p:nvPr>
            <p:ph idx="6" type="title"/>
          </p:nvPr>
        </p:nvSpPr>
        <p:spPr>
          <a:xfrm>
            <a:off x="4800825" y="1698225"/>
            <a:ext cx="1762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8" name="Google Shape;238;p28"/>
          <p:cNvSpPr txBox="1"/>
          <p:nvPr>
            <p:ph idx="7" type="body"/>
          </p:nvPr>
        </p:nvSpPr>
        <p:spPr>
          <a:xfrm>
            <a:off x="4800825" y="4122308"/>
            <a:ext cx="39759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239" name="Google Shape;239;p28"/>
          <p:cNvSpPr txBox="1"/>
          <p:nvPr>
            <p:ph idx="8" type="title"/>
          </p:nvPr>
        </p:nvSpPr>
        <p:spPr>
          <a:xfrm>
            <a:off x="4800825" y="3215225"/>
            <a:ext cx="3975900" cy="79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6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0" name="Google Shape;240;p28"/>
          <p:cNvSpPr txBox="1"/>
          <p:nvPr>
            <p:ph idx="9" type="body"/>
          </p:nvPr>
        </p:nvSpPr>
        <p:spPr>
          <a:xfrm>
            <a:off x="4800825" y="2268700"/>
            <a:ext cx="17622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1" name="Google Shape;241;p28"/>
          <p:cNvSpPr txBox="1"/>
          <p:nvPr>
            <p:ph idx="13" type="body"/>
          </p:nvPr>
        </p:nvSpPr>
        <p:spPr>
          <a:xfrm>
            <a:off x="7115650" y="2268700"/>
            <a:ext cx="17622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2" name="Google Shape;242;p28"/>
          <p:cNvSpPr txBox="1"/>
          <p:nvPr>
            <p:ph idx="14" type="body"/>
          </p:nvPr>
        </p:nvSpPr>
        <p:spPr>
          <a:xfrm>
            <a:off x="4800825" y="860100"/>
            <a:ext cx="17622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x modules">
  <p:cSld name="CUSTOM_1">
    <p:bg>
      <p:bgPr>
        <a:solidFill>
          <a:schemeClr val="lt1"/>
        </a:solid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9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5" name="Google Shape;245;p29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6" name="Google Shape;246;p29"/>
          <p:cNvSpPr txBox="1"/>
          <p:nvPr>
            <p:ph idx="2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7" name="Google Shape;247;p29"/>
          <p:cNvSpPr txBox="1"/>
          <p:nvPr>
            <p:ph idx="3" type="body"/>
          </p:nvPr>
        </p:nvSpPr>
        <p:spPr>
          <a:xfrm>
            <a:off x="4800825" y="3665600"/>
            <a:ext cx="3975900" cy="11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8" name="Google Shape;248;p29"/>
          <p:cNvSpPr txBox="1"/>
          <p:nvPr>
            <p:ph idx="4" type="subTitle"/>
          </p:nvPr>
        </p:nvSpPr>
        <p:spPr>
          <a:xfrm>
            <a:off x="4800825" y="3285232"/>
            <a:ext cx="3975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9" name="Google Shape;249;p29"/>
          <p:cNvSpPr txBox="1"/>
          <p:nvPr>
            <p:ph idx="5" type="body"/>
          </p:nvPr>
        </p:nvSpPr>
        <p:spPr>
          <a:xfrm>
            <a:off x="2611802" y="3665600"/>
            <a:ext cx="1627500" cy="11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250" name="Google Shape;250;p29"/>
          <p:cNvSpPr txBox="1"/>
          <p:nvPr>
            <p:ph idx="6" type="subTitle"/>
          </p:nvPr>
        </p:nvSpPr>
        <p:spPr>
          <a:xfrm>
            <a:off x="2611802" y="3285232"/>
            <a:ext cx="16275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51" name="Google Shape;251;p29"/>
          <p:cNvSpPr txBox="1"/>
          <p:nvPr>
            <p:ph idx="7" type="body"/>
          </p:nvPr>
        </p:nvSpPr>
        <p:spPr>
          <a:xfrm>
            <a:off x="361977" y="3665600"/>
            <a:ext cx="1627500" cy="11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2" name="Google Shape;252;p29"/>
          <p:cNvSpPr txBox="1"/>
          <p:nvPr>
            <p:ph idx="8" type="subTitle"/>
          </p:nvPr>
        </p:nvSpPr>
        <p:spPr>
          <a:xfrm>
            <a:off x="361977" y="3285232"/>
            <a:ext cx="16275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3" name="Google Shape;253;p29"/>
          <p:cNvSpPr txBox="1"/>
          <p:nvPr>
            <p:ph idx="9" type="body"/>
          </p:nvPr>
        </p:nvSpPr>
        <p:spPr>
          <a:xfrm>
            <a:off x="4900725" y="1196103"/>
            <a:ext cx="1627500" cy="138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4" name="Google Shape;254;p29"/>
          <p:cNvSpPr txBox="1"/>
          <p:nvPr>
            <p:ph idx="13" type="subTitle"/>
          </p:nvPr>
        </p:nvSpPr>
        <p:spPr>
          <a:xfrm>
            <a:off x="4900725" y="706863"/>
            <a:ext cx="16275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5" name="Google Shape;255;p29"/>
          <p:cNvSpPr txBox="1"/>
          <p:nvPr>
            <p:ph idx="14" type="body"/>
          </p:nvPr>
        </p:nvSpPr>
        <p:spPr>
          <a:xfrm>
            <a:off x="7149175" y="1196103"/>
            <a:ext cx="1627500" cy="138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256" name="Google Shape;256;p29"/>
          <p:cNvSpPr txBox="1"/>
          <p:nvPr>
            <p:ph idx="15" type="subTitle"/>
          </p:nvPr>
        </p:nvSpPr>
        <p:spPr>
          <a:xfrm>
            <a:off x="7149175" y="706863"/>
            <a:ext cx="16275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57" name="Google Shape;257;p29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modules">
  <p:cSld name="CUSTOM_1_1">
    <p:bg>
      <p:bgPr>
        <a:solidFill>
          <a:schemeClr val="lt1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0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60" name="Google Shape;260;p30"/>
          <p:cNvSpPr txBox="1"/>
          <p:nvPr>
            <p:ph idx="2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61" name="Google Shape;261;p30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2" name="Google Shape;262;p30"/>
          <p:cNvSpPr txBox="1"/>
          <p:nvPr>
            <p:ph type="title"/>
          </p:nvPr>
        </p:nvSpPr>
        <p:spPr>
          <a:xfrm>
            <a:off x="5796575" y="2351325"/>
            <a:ext cx="9895200" cy="7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63" name="Google Shape;263;p30"/>
          <p:cNvSpPr txBox="1"/>
          <p:nvPr>
            <p:ph idx="3" type="title"/>
          </p:nvPr>
        </p:nvSpPr>
        <p:spPr>
          <a:xfrm>
            <a:off x="5796575" y="507450"/>
            <a:ext cx="9895200" cy="7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9pPr>
          </a:lstStyle>
          <a:p/>
        </p:txBody>
      </p:sp>
      <p:sp>
        <p:nvSpPr>
          <p:cNvPr id="264" name="Google Shape;264;p30"/>
          <p:cNvSpPr txBox="1"/>
          <p:nvPr>
            <p:ph idx="4" type="subTitle"/>
          </p:nvPr>
        </p:nvSpPr>
        <p:spPr>
          <a:xfrm>
            <a:off x="5712600" y="4290612"/>
            <a:ext cx="2613300" cy="543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65" name="Google Shape;265;p30"/>
          <p:cNvSpPr txBox="1"/>
          <p:nvPr>
            <p:ph idx="5" type="subTitle"/>
          </p:nvPr>
        </p:nvSpPr>
        <p:spPr>
          <a:xfrm>
            <a:off x="5712600" y="3243901"/>
            <a:ext cx="2613300" cy="43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66" name="Google Shape;266;p30"/>
          <p:cNvSpPr txBox="1"/>
          <p:nvPr>
            <p:ph idx="6" type="subTitle"/>
          </p:nvPr>
        </p:nvSpPr>
        <p:spPr>
          <a:xfrm>
            <a:off x="5712600" y="1318375"/>
            <a:ext cx="2613300" cy="483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modules">
  <p:cSld name="CUSTOM_1_1_1"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1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9" name="Google Shape;269;p31"/>
          <p:cNvSpPr txBox="1"/>
          <p:nvPr>
            <p:ph idx="2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0" name="Google Shape;270;p31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1" name="Google Shape;271;p31"/>
          <p:cNvSpPr txBox="1"/>
          <p:nvPr>
            <p:ph type="title"/>
          </p:nvPr>
        </p:nvSpPr>
        <p:spPr>
          <a:xfrm>
            <a:off x="361975" y="988557"/>
            <a:ext cx="50184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with image - Alt 1">
  <p:cSld name="CUSTOM_2"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2"/>
          <p:cNvSpPr/>
          <p:nvPr>
            <p:ph idx="2" type="pic"/>
          </p:nvPr>
        </p:nvSpPr>
        <p:spPr>
          <a:xfrm>
            <a:off x="6289075" y="1793300"/>
            <a:ext cx="2853300" cy="3350400"/>
          </a:xfrm>
          <a:prstGeom prst="rect">
            <a:avLst/>
          </a:prstGeom>
          <a:noFill/>
          <a:ln>
            <a:noFill/>
          </a:ln>
        </p:spPr>
      </p:sp>
      <p:sp>
        <p:nvSpPr>
          <p:cNvPr id="274" name="Google Shape;274;p32"/>
          <p:cNvSpPr/>
          <p:nvPr/>
        </p:nvSpPr>
        <p:spPr>
          <a:xfrm>
            <a:off x="6289085" y="0"/>
            <a:ext cx="2853300" cy="1793100"/>
          </a:xfrm>
          <a:prstGeom prst="roundRect">
            <a:avLst>
              <a:gd fmla="val 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75" name="Google Shape;275;p32"/>
          <p:cNvSpPr txBox="1"/>
          <p:nvPr>
            <p:ph type="title"/>
          </p:nvPr>
        </p:nvSpPr>
        <p:spPr>
          <a:xfrm>
            <a:off x="361975" y="988550"/>
            <a:ext cx="5356800" cy="225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276" name="Google Shape;276;p32"/>
          <p:cNvSpPr txBox="1"/>
          <p:nvPr>
            <p:ph idx="1" type="body"/>
          </p:nvPr>
        </p:nvSpPr>
        <p:spPr>
          <a:xfrm>
            <a:off x="361975" y="3541582"/>
            <a:ext cx="3777000" cy="1044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77" name="Google Shape;277;p32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8" name="Google Shape;278;p32"/>
          <p:cNvSpPr txBox="1"/>
          <p:nvPr>
            <p:ph idx="3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with image - Alt 2">
  <p:cSld name="CUSTOM_2_1"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3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1" name="Google Shape;281;p33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2" name="Google Shape;282;p33"/>
          <p:cNvSpPr txBox="1"/>
          <p:nvPr>
            <p:ph idx="2" type="body"/>
          </p:nvPr>
        </p:nvSpPr>
        <p:spPr>
          <a:xfrm>
            <a:off x="1957800" y="4195275"/>
            <a:ext cx="5228400" cy="390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83" name="Google Shape;283;p33"/>
          <p:cNvSpPr txBox="1"/>
          <p:nvPr>
            <p:ph idx="3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84" name="Google Shape;284;p33"/>
          <p:cNvSpPr txBox="1"/>
          <p:nvPr>
            <p:ph type="title"/>
          </p:nvPr>
        </p:nvSpPr>
        <p:spPr>
          <a:xfrm>
            <a:off x="719400" y="988550"/>
            <a:ext cx="7705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285" name="Google Shape;285;p33"/>
          <p:cNvSpPr/>
          <p:nvPr>
            <p:ph idx="4" type="pic"/>
          </p:nvPr>
        </p:nvSpPr>
        <p:spPr>
          <a:xfrm>
            <a:off x="3982589" y="2427948"/>
            <a:ext cx="1179600" cy="1417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with image - Alt 3">
  <p:cSld name="CUSTOM_2_1_2">
    <p:bg>
      <p:bgPr>
        <a:solidFill>
          <a:schemeClr val="accent1"/>
        </a:solidFill>
      </p:bgPr>
    </p:bg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4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8" name="Google Shape;288;p34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9" name="Google Shape;289;p34"/>
          <p:cNvSpPr txBox="1"/>
          <p:nvPr>
            <p:ph idx="2" type="subTitle"/>
          </p:nvPr>
        </p:nvSpPr>
        <p:spPr>
          <a:xfrm>
            <a:off x="3154650" y="1051772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90" name="Google Shape;290;p34"/>
          <p:cNvSpPr txBox="1"/>
          <p:nvPr>
            <p:ph type="title"/>
          </p:nvPr>
        </p:nvSpPr>
        <p:spPr>
          <a:xfrm>
            <a:off x="3154650" y="1801500"/>
            <a:ext cx="5622000" cy="2832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9pPr>
          </a:lstStyle>
          <a:p/>
        </p:txBody>
      </p:sp>
      <p:sp>
        <p:nvSpPr>
          <p:cNvPr id="291" name="Google Shape;291;p34"/>
          <p:cNvSpPr/>
          <p:nvPr>
            <p:ph idx="3" type="pic"/>
          </p:nvPr>
        </p:nvSpPr>
        <p:spPr>
          <a:xfrm>
            <a:off x="361975" y="1066100"/>
            <a:ext cx="1967700" cy="13116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section header">
  <p:cSld name="CUSTOM_2_1_2_1_2">
    <p:bg>
      <p:bgPr>
        <a:solidFill>
          <a:schemeClr val="lt1"/>
        </a:solidFill>
      </p:bgPr>
    </p:bg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35"/>
          <p:cNvSpPr/>
          <p:nvPr>
            <p:ph idx="2" type="pic"/>
          </p:nvPr>
        </p:nvSpPr>
        <p:spPr>
          <a:xfrm>
            <a:off x="361975" y="781775"/>
            <a:ext cx="2872800" cy="3783300"/>
          </a:xfrm>
          <a:prstGeom prst="rect">
            <a:avLst/>
          </a:prstGeom>
          <a:noFill/>
          <a:ln>
            <a:noFill/>
          </a:ln>
        </p:spPr>
      </p:sp>
      <p:sp>
        <p:nvSpPr>
          <p:cNvPr id="294" name="Google Shape;294;p35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5" name="Google Shape;295;p35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6" name="Google Shape;296;p35"/>
          <p:cNvSpPr txBox="1"/>
          <p:nvPr>
            <p:ph idx="3" type="subTitle"/>
          </p:nvPr>
        </p:nvSpPr>
        <p:spPr>
          <a:xfrm>
            <a:off x="3657600" y="1051772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97" name="Google Shape;297;p35"/>
          <p:cNvSpPr txBox="1"/>
          <p:nvPr>
            <p:ph type="title"/>
          </p:nvPr>
        </p:nvSpPr>
        <p:spPr>
          <a:xfrm>
            <a:off x="3657600" y="1555450"/>
            <a:ext cx="5622000" cy="1750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8" name="Google Shape;298;p35"/>
          <p:cNvSpPr txBox="1"/>
          <p:nvPr>
            <p:ph idx="4" type="body"/>
          </p:nvPr>
        </p:nvSpPr>
        <p:spPr>
          <a:xfrm>
            <a:off x="3657600" y="3556575"/>
            <a:ext cx="3554400" cy="10293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with image - Alt 5">
  <p:cSld name="CUSTOM_2_1_2_1_1">
    <p:bg>
      <p:bgPr>
        <a:solidFill>
          <a:schemeClr val="accent2"/>
        </a:solidFill>
      </p:bgPr>
    </p:bg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he reflective glass facade of a skyscraper. " id="300" name="Google Shape;300;p36"/>
          <p:cNvPicPr preferRelativeResize="0"/>
          <p:nvPr/>
        </p:nvPicPr>
        <p:blipFill rotWithShape="1">
          <a:blip r:embed="rId2">
            <a:alphaModFix amt="14000"/>
          </a:blip>
          <a:srcRect b="15604" l="0" r="0" t="0"/>
          <a:stretch/>
        </p:blipFill>
        <p:spPr>
          <a:xfrm>
            <a:off x="0" y="-815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36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2" name="Google Shape;302;p36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3" name="Google Shape;303;p36"/>
          <p:cNvSpPr txBox="1"/>
          <p:nvPr>
            <p:ph idx="2" type="body"/>
          </p:nvPr>
        </p:nvSpPr>
        <p:spPr>
          <a:xfrm>
            <a:off x="1957800" y="4195275"/>
            <a:ext cx="5228400" cy="390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304" name="Google Shape;304;p36"/>
          <p:cNvSpPr txBox="1"/>
          <p:nvPr>
            <p:ph idx="3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05" name="Google Shape;305;p36"/>
          <p:cNvSpPr txBox="1"/>
          <p:nvPr>
            <p:ph type="title"/>
          </p:nvPr>
        </p:nvSpPr>
        <p:spPr>
          <a:xfrm>
            <a:off x="719400" y="988550"/>
            <a:ext cx="7705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306" name="Google Shape;306;p36"/>
          <p:cNvSpPr/>
          <p:nvPr>
            <p:ph idx="4" type="pic"/>
          </p:nvPr>
        </p:nvSpPr>
        <p:spPr>
          <a:xfrm>
            <a:off x="3588150" y="2027104"/>
            <a:ext cx="1967700" cy="13116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- Alt 2">
  <p:cSld name="CUSTOM_2_1_1_1">
    <p:bg>
      <p:bgPr>
        <a:solidFill>
          <a:schemeClr val="accent1"/>
        </a:solid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modern glass skyscraper. " id="308" name="Google Shape;308;p37"/>
          <p:cNvPicPr preferRelativeResize="0"/>
          <p:nvPr/>
        </p:nvPicPr>
        <p:blipFill rotWithShape="1">
          <a:blip r:embed="rId2">
            <a:alphaModFix amt="14000"/>
          </a:blip>
          <a:srcRect b="15604" l="0" r="0" t="0"/>
          <a:stretch/>
        </p:blipFill>
        <p:spPr>
          <a:xfrm>
            <a:off x="0" y="-815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37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0" name="Google Shape;310;p37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1" name="Google Shape;311;p37"/>
          <p:cNvSpPr txBox="1"/>
          <p:nvPr>
            <p:ph idx="2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12" name="Google Shape;312;p37"/>
          <p:cNvSpPr txBox="1"/>
          <p:nvPr>
            <p:ph type="title"/>
          </p:nvPr>
        </p:nvSpPr>
        <p:spPr>
          <a:xfrm>
            <a:off x="1128900" y="1430400"/>
            <a:ext cx="6886200" cy="228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overview - Six modules">
  <p:cSld name="CUSTOM_3">
    <p:bg>
      <p:bgPr>
        <a:solidFill>
          <a:schemeClr val="lt1"/>
        </a:solidFill>
      </p:bgPr>
    </p:bg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4" name="Google Shape;314;p38"/>
          <p:cNvCxnSpPr/>
          <p:nvPr/>
        </p:nvCxnSpPr>
        <p:spPr>
          <a:xfrm>
            <a:off x="6096087" y="1794800"/>
            <a:ext cx="0" cy="27552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5" name="Google Shape;315;p38"/>
          <p:cNvCxnSpPr/>
          <p:nvPr/>
        </p:nvCxnSpPr>
        <p:spPr>
          <a:xfrm>
            <a:off x="3048087" y="1794800"/>
            <a:ext cx="0" cy="27552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6" name="Google Shape;316;p38"/>
          <p:cNvCxnSpPr/>
          <p:nvPr/>
        </p:nvCxnSpPr>
        <p:spPr>
          <a:xfrm>
            <a:off x="50" y="3174279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7" name="Google Shape;317;p38"/>
          <p:cNvSpPr txBox="1"/>
          <p:nvPr>
            <p:ph idx="1" type="subTitle"/>
          </p:nvPr>
        </p:nvSpPr>
        <p:spPr>
          <a:xfrm>
            <a:off x="363200" y="2516650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18" name="Google Shape;318;p38"/>
          <p:cNvSpPr txBox="1"/>
          <p:nvPr>
            <p:ph idx="2" type="subTitle"/>
          </p:nvPr>
        </p:nvSpPr>
        <p:spPr>
          <a:xfrm>
            <a:off x="361975" y="2227250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19" name="Google Shape;319;p38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0" name="Google Shape;320;p38"/>
          <p:cNvSpPr txBox="1"/>
          <p:nvPr>
            <p:ph idx="3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21" name="Google Shape;321;p38"/>
          <p:cNvSpPr txBox="1"/>
          <p:nvPr>
            <p:ph type="title"/>
          </p:nvPr>
        </p:nvSpPr>
        <p:spPr>
          <a:xfrm>
            <a:off x="361975" y="962092"/>
            <a:ext cx="57186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22" name="Google Shape;322;p38"/>
          <p:cNvSpPr txBox="1"/>
          <p:nvPr>
            <p:ph idx="4" type="subTitle"/>
          </p:nvPr>
        </p:nvSpPr>
        <p:spPr>
          <a:xfrm>
            <a:off x="3411825" y="2516650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23" name="Google Shape;323;p38"/>
          <p:cNvSpPr txBox="1"/>
          <p:nvPr>
            <p:ph idx="5" type="subTitle"/>
          </p:nvPr>
        </p:nvSpPr>
        <p:spPr>
          <a:xfrm>
            <a:off x="3410600" y="2227250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24" name="Google Shape;324;p38"/>
          <p:cNvSpPr txBox="1"/>
          <p:nvPr>
            <p:ph idx="6" type="subTitle"/>
          </p:nvPr>
        </p:nvSpPr>
        <p:spPr>
          <a:xfrm>
            <a:off x="6460475" y="2516650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25" name="Google Shape;325;p38"/>
          <p:cNvSpPr txBox="1"/>
          <p:nvPr>
            <p:ph idx="7" type="subTitle"/>
          </p:nvPr>
        </p:nvSpPr>
        <p:spPr>
          <a:xfrm>
            <a:off x="6459250" y="2227250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26" name="Google Shape;326;p38"/>
          <p:cNvSpPr txBox="1"/>
          <p:nvPr>
            <p:ph idx="8" type="subTitle"/>
          </p:nvPr>
        </p:nvSpPr>
        <p:spPr>
          <a:xfrm>
            <a:off x="363200" y="3864775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27" name="Google Shape;327;p38"/>
          <p:cNvSpPr txBox="1"/>
          <p:nvPr>
            <p:ph idx="9" type="subTitle"/>
          </p:nvPr>
        </p:nvSpPr>
        <p:spPr>
          <a:xfrm>
            <a:off x="361975" y="3575375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28" name="Google Shape;328;p38"/>
          <p:cNvSpPr txBox="1"/>
          <p:nvPr>
            <p:ph idx="13" type="subTitle"/>
          </p:nvPr>
        </p:nvSpPr>
        <p:spPr>
          <a:xfrm>
            <a:off x="3411825" y="3864775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29" name="Google Shape;329;p38"/>
          <p:cNvSpPr txBox="1"/>
          <p:nvPr>
            <p:ph idx="14" type="subTitle"/>
          </p:nvPr>
        </p:nvSpPr>
        <p:spPr>
          <a:xfrm>
            <a:off x="3410600" y="3575375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30" name="Google Shape;330;p38"/>
          <p:cNvSpPr txBox="1"/>
          <p:nvPr>
            <p:ph idx="15" type="subTitle"/>
          </p:nvPr>
        </p:nvSpPr>
        <p:spPr>
          <a:xfrm>
            <a:off x="6460475" y="3864775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31" name="Google Shape;331;p38"/>
          <p:cNvSpPr txBox="1"/>
          <p:nvPr>
            <p:ph idx="16" type="subTitle"/>
          </p:nvPr>
        </p:nvSpPr>
        <p:spPr>
          <a:xfrm>
            <a:off x="6459250" y="3575375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udience - Alt 1">
  <p:cSld name="CUSTOM_4"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39"/>
          <p:cNvSpPr txBox="1"/>
          <p:nvPr>
            <p:ph idx="1" type="subTitle"/>
          </p:nvPr>
        </p:nvSpPr>
        <p:spPr>
          <a:xfrm>
            <a:off x="742900" y="2158550"/>
            <a:ext cx="32130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334" name="Google Shape;334;p39"/>
          <p:cNvSpPr txBox="1"/>
          <p:nvPr>
            <p:ph idx="2" type="body"/>
          </p:nvPr>
        </p:nvSpPr>
        <p:spPr>
          <a:xfrm>
            <a:off x="742900" y="2381875"/>
            <a:ext cx="3213000" cy="4617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35" name="Google Shape;335;p39"/>
          <p:cNvSpPr/>
          <p:nvPr>
            <p:ph idx="3" type="pic"/>
          </p:nvPr>
        </p:nvSpPr>
        <p:spPr>
          <a:xfrm>
            <a:off x="5402575" y="0"/>
            <a:ext cx="3739800" cy="3129600"/>
          </a:xfrm>
          <a:prstGeom prst="rect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6" name="Google Shape;336;p39"/>
          <p:cNvSpPr txBox="1"/>
          <p:nvPr>
            <p:ph type="title"/>
          </p:nvPr>
        </p:nvSpPr>
        <p:spPr>
          <a:xfrm>
            <a:off x="361975" y="988550"/>
            <a:ext cx="4297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337" name="Google Shape;337;p39"/>
          <p:cNvSpPr txBox="1"/>
          <p:nvPr>
            <p:ph idx="4" type="subTitle"/>
          </p:nvPr>
        </p:nvSpPr>
        <p:spPr>
          <a:xfrm>
            <a:off x="361975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8" name="Google Shape;338;p39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9" name="Google Shape;339;p39"/>
          <p:cNvSpPr txBox="1"/>
          <p:nvPr>
            <p:ph idx="5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0" name="Google Shape;340;p39"/>
          <p:cNvSpPr txBox="1"/>
          <p:nvPr>
            <p:ph idx="6" type="subTitle"/>
          </p:nvPr>
        </p:nvSpPr>
        <p:spPr>
          <a:xfrm>
            <a:off x="5785175" y="3335324"/>
            <a:ext cx="29916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41" name="Google Shape;341;p39"/>
          <p:cNvSpPr txBox="1"/>
          <p:nvPr>
            <p:ph idx="7" type="subTitle"/>
          </p:nvPr>
        </p:nvSpPr>
        <p:spPr>
          <a:xfrm>
            <a:off x="742900" y="3910855"/>
            <a:ext cx="3213000" cy="1386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342" name="Google Shape;342;p39"/>
          <p:cNvSpPr txBox="1"/>
          <p:nvPr>
            <p:ph idx="8" type="body"/>
          </p:nvPr>
        </p:nvSpPr>
        <p:spPr>
          <a:xfrm>
            <a:off x="742900" y="4134180"/>
            <a:ext cx="3213000" cy="46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43" name="Google Shape;343;p39"/>
          <p:cNvSpPr txBox="1"/>
          <p:nvPr>
            <p:ph idx="9" type="subTitle"/>
          </p:nvPr>
        </p:nvSpPr>
        <p:spPr>
          <a:xfrm>
            <a:off x="742900" y="3050778"/>
            <a:ext cx="3213000" cy="1386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344" name="Google Shape;344;p39"/>
          <p:cNvSpPr txBox="1"/>
          <p:nvPr>
            <p:ph idx="13" type="body"/>
          </p:nvPr>
        </p:nvSpPr>
        <p:spPr>
          <a:xfrm>
            <a:off x="742900" y="3274103"/>
            <a:ext cx="3213000" cy="4617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45" name="Google Shape;345;p39"/>
          <p:cNvSpPr txBox="1"/>
          <p:nvPr>
            <p:ph idx="14" type="body"/>
          </p:nvPr>
        </p:nvSpPr>
        <p:spPr>
          <a:xfrm>
            <a:off x="5785175" y="4134175"/>
            <a:ext cx="29916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udience - Alt 2">
  <p:cSld name="CUSTOM_4_1"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40"/>
          <p:cNvSpPr/>
          <p:nvPr>
            <p:ph idx="2" type="pic"/>
          </p:nvPr>
        </p:nvSpPr>
        <p:spPr>
          <a:xfrm>
            <a:off x="75" y="0"/>
            <a:ext cx="2853300" cy="2436600"/>
          </a:xfrm>
          <a:prstGeom prst="rect">
            <a:avLst/>
          </a:prstGeom>
          <a:noFill/>
          <a:ln>
            <a:noFill/>
          </a:ln>
        </p:spPr>
      </p:sp>
      <p:sp>
        <p:nvSpPr>
          <p:cNvPr id="348" name="Google Shape;348;p40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9" name="Google Shape;349;p40"/>
          <p:cNvSpPr txBox="1"/>
          <p:nvPr>
            <p:ph idx="1" type="subTitle"/>
          </p:nvPr>
        </p:nvSpPr>
        <p:spPr>
          <a:xfrm>
            <a:off x="361975" y="2614325"/>
            <a:ext cx="20616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- Four members">
  <p:cSld name="CUSTOM_5">
    <p:bg>
      <p:bgPr>
        <a:solidFill>
          <a:schemeClr val="lt1"/>
        </a:solidFill>
      </p:bgPr>
    </p:bg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41"/>
          <p:cNvSpPr txBox="1"/>
          <p:nvPr>
            <p:ph idx="1" type="body"/>
          </p:nvPr>
        </p:nvSpPr>
        <p:spPr>
          <a:xfrm>
            <a:off x="352800" y="3754932"/>
            <a:ext cx="1588800" cy="6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52" name="Google Shape;352;p41"/>
          <p:cNvSpPr txBox="1"/>
          <p:nvPr>
            <p:ph idx="2" type="body"/>
          </p:nvPr>
        </p:nvSpPr>
        <p:spPr>
          <a:xfrm>
            <a:off x="7187875" y="3754932"/>
            <a:ext cx="1588800" cy="6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53" name="Google Shape;353;p41"/>
          <p:cNvSpPr txBox="1"/>
          <p:nvPr>
            <p:ph idx="3" type="body"/>
          </p:nvPr>
        </p:nvSpPr>
        <p:spPr>
          <a:xfrm>
            <a:off x="4924400" y="3754932"/>
            <a:ext cx="1588800" cy="6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54" name="Google Shape;354;p41"/>
          <p:cNvSpPr txBox="1"/>
          <p:nvPr>
            <p:ph idx="4" type="body"/>
          </p:nvPr>
        </p:nvSpPr>
        <p:spPr>
          <a:xfrm>
            <a:off x="2643063" y="3754932"/>
            <a:ext cx="1588800" cy="6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55" name="Google Shape;355;p41"/>
          <p:cNvSpPr/>
          <p:nvPr>
            <p:ph idx="5" type="pic"/>
          </p:nvPr>
        </p:nvSpPr>
        <p:spPr>
          <a:xfrm>
            <a:off x="2941550" y="1923334"/>
            <a:ext cx="991800" cy="991800"/>
          </a:xfrm>
          <a:prstGeom prst="rect">
            <a:avLst/>
          </a:prstGeom>
          <a:noFill/>
          <a:ln>
            <a:noFill/>
          </a:ln>
        </p:spPr>
      </p:sp>
      <p:sp>
        <p:nvSpPr>
          <p:cNvPr id="356" name="Google Shape;356;p41"/>
          <p:cNvSpPr/>
          <p:nvPr>
            <p:ph idx="6" type="pic"/>
          </p:nvPr>
        </p:nvSpPr>
        <p:spPr>
          <a:xfrm>
            <a:off x="5227063" y="1923334"/>
            <a:ext cx="991800" cy="991800"/>
          </a:xfrm>
          <a:prstGeom prst="rect">
            <a:avLst/>
          </a:prstGeom>
          <a:noFill/>
          <a:ln>
            <a:noFill/>
          </a:ln>
        </p:spPr>
      </p:sp>
      <p:sp>
        <p:nvSpPr>
          <p:cNvPr id="357" name="Google Shape;357;p41"/>
          <p:cNvSpPr/>
          <p:nvPr>
            <p:ph idx="7" type="pic"/>
          </p:nvPr>
        </p:nvSpPr>
        <p:spPr>
          <a:xfrm>
            <a:off x="7495263" y="1923334"/>
            <a:ext cx="991800" cy="9918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358" name="Google Shape;358;p41"/>
          <p:cNvCxnSpPr/>
          <p:nvPr/>
        </p:nvCxnSpPr>
        <p:spPr>
          <a:xfrm>
            <a:off x="2286125" y="1801500"/>
            <a:ext cx="0" cy="33420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9" name="Google Shape;359;p41"/>
          <p:cNvCxnSpPr/>
          <p:nvPr/>
        </p:nvCxnSpPr>
        <p:spPr>
          <a:xfrm>
            <a:off x="4580525" y="1801500"/>
            <a:ext cx="0" cy="33420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0" name="Google Shape;360;p41"/>
          <p:cNvCxnSpPr/>
          <p:nvPr/>
        </p:nvCxnSpPr>
        <p:spPr>
          <a:xfrm>
            <a:off x="6857075" y="1801500"/>
            <a:ext cx="0" cy="33420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1" name="Google Shape;361;p41"/>
          <p:cNvSpPr/>
          <p:nvPr>
            <p:ph idx="8" type="pic"/>
          </p:nvPr>
        </p:nvSpPr>
        <p:spPr>
          <a:xfrm>
            <a:off x="651288" y="1923334"/>
            <a:ext cx="991800" cy="991800"/>
          </a:xfrm>
          <a:prstGeom prst="rect">
            <a:avLst/>
          </a:prstGeom>
          <a:noFill/>
          <a:ln>
            <a:noFill/>
          </a:ln>
        </p:spPr>
      </p:sp>
      <p:sp>
        <p:nvSpPr>
          <p:cNvPr id="362" name="Google Shape;362;p41"/>
          <p:cNvSpPr txBox="1"/>
          <p:nvPr>
            <p:ph type="title"/>
          </p:nvPr>
        </p:nvSpPr>
        <p:spPr>
          <a:xfrm>
            <a:off x="361975" y="962092"/>
            <a:ext cx="57186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63" name="Google Shape;363;p41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64" name="Google Shape;364;p41"/>
          <p:cNvSpPr txBox="1"/>
          <p:nvPr>
            <p:ph idx="9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65" name="Google Shape;365;p41"/>
          <p:cNvSpPr txBox="1"/>
          <p:nvPr>
            <p:ph idx="13" type="subTitle"/>
          </p:nvPr>
        </p:nvSpPr>
        <p:spPr>
          <a:xfrm>
            <a:off x="353250" y="3248209"/>
            <a:ext cx="1587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66" name="Google Shape;366;p41"/>
          <p:cNvSpPr txBox="1"/>
          <p:nvPr>
            <p:ph idx="14" type="subTitle"/>
          </p:nvPr>
        </p:nvSpPr>
        <p:spPr>
          <a:xfrm>
            <a:off x="353250" y="3050375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67" name="Google Shape;367;p41"/>
          <p:cNvSpPr txBox="1"/>
          <p:nvPr>
            <p:ph idx="15" type="subTitle"/>
          </p:nvPr>
        </p:nvSpPr>
        <p:spPr>
          <a:xfrm>
            <a:off x="353250" y="4598973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68" name="Google Shape;368;p41"/>
          <p:cNvSpPr txBox="1"/>
          <p:nvPr>
            <p:ph idx="16" type="subTitle"/>
          </p:nvPr>
        </p:nvSpPr>
        <p:spPr>
          <a:xfrm>
            <a:off x="7188325" y="3248209"/>
            <a:ext cx="1587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69" name="Google Shape;369;p41"/>
          <p:cNvSpPr txBox="1"/>
          <p:nvPr>
            <p:ph idx="17" type="subTitle"/>
          </p:nvPr>
        </p:nvSpPr>
        <p:spPr>
          <a:xfrm>
            <a:off x="7188325" y="3050375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70" name="Google Shape;370;p41"/>
          <p:cNvSpPr txBox="1"/>
          <p:nvPr>
            <p:ph idx="18" type="subTitle"/>
          </p:nvPr>
        </p:nvSpPr>
        <p:spPr>
          <a:xfrm>
            <a:off x="7188325" y="4598973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71" name="Google Shape;371;p41"/>
          <p:cNvSpPr txBox="1"/>
          <p:nvPr>
            <p:ph idx="19" type="subTitle"/>
          </p:nvPr>
        </p:nvSpPr>
        <p:spPr>
          <a:xfrm>
            <a:off x="4924850" y="3248209"/>
            <a:ext cx="1587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72" name="Google Shape;372;p41"/>
          <p:cNvSpPr txBox="1"/>
          <p:nvPr>
            <p:ph idx="20" type="subTitle"/>
          </p:nvPr>
        </p:nvSpPr>
        <p:spPr>
          <a:xfrm>
            <a:off x="4924850" y="3050375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73" name="Google Shape;373;p41"/>
          <p:cNvSpPr txBox="1"/>
          <p:nvPr>
            <p:ph idx="21" type="subTitle"/>
          </p:nvPr>
        </p:nvSpPr>
        <p:spPr>
          <a:xfrm>
            <a:off x="4924850" y="4598973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74" name="Google Shape;374;p41"/>
          <p:cNvSpPr txBox="1"/>
          <p:nvPr>
            <p:ph idx="22" type="subTitle"/>
          </p:nvPr>
        </p:nvSpPr>
        <p:spPr>
          <a:xfrm>
            <a:off x="2643513" y="3248209"/>
            <a:ext cx="1587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75" name="Google Shape;375;p41"/>
          <p:cNvSpPr txBox="1"/>
          <p:nvPr>
            <p:ph idx="23" type="subTitle"/>
          </p:nvPr>
        </p:nvSpPr>
        <p:spPr>
          <a:xfrm>
            <a:off x="2643513" y="3050375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76" name="Google Shape;376;p41"/>
          <p:cNvSpPr txBox="1"/>
          <p:nvPr>
            <p:ph idx="24" type="subTitle"/>
          </p:nvPr>
        </p:nvSpPr>
        <p:spPr>
          <a:xfrm>
            <a:off x="2643513" y="4598973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- Eight members">
  <p:cSld name="CUSTOM_6"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42"/>
          <p:cNvSpPr txBox="1"/>
          <p:nvPr>
            <p:ph idx="1" type="subTitle"/>
          </p:nvPr>
        </p:nvSpPr>
        <p:spPr>
          <a:xfrm>
            <a:off x="6750600" y="1283963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79" name="Google Shape;379;p42"/>
          <p:cNvSpPr txBox="1"/>
          <p:nvPr>
            <p:ph idx="2" type="subTitle"/>
          </p:nvPr>
        </p:nvSpPr>
        <p:spPr>
          <a:xfrm>
            <a:off x="6750600" y="1054750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80" name="Google Shape;380;p42"/>
          <p:cNvSpPr txBox="1"/>
          <p:nvPr>
            <p:ph idx="3" type="subTitle"/>
          </p:nvPr>
        </p:nvSpPr>
        <p:spPr>
          <a:xfrm>
            <a:off x="6750600" y="1427900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81" name="Google Shape;381;p42"/>
          <p:cNvSpPr/>
          <p:nvPr>
            <p:ph idx="4" type="pic"/>
          </p:nvPr>
        </p:nvSpPr>
        <p:spPr>
          <a:xfrm>
            <a:off x="6080709" y="1066100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82" name="Google Shape;382;p42"/>
          <p:cNvSpPr txBox="1"/>
          <p:nvPr>
            <p:ph idx="5" type="subTitle"/>
          </p:nvPr>
        </p:nvSpPr>
        <p:spPr>
          <a:xfrm>
            <a:off x="3824550" y="1283963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83" name="Google Shape;383;p42"/>
          <p:cNvSpPr txBox="1"/>
          <p:nvPr>
            <p:ph idx="6" type="subTitle"/>
          </p:nvPr>
        </p:nvSpPr>
        <p:spPr>
          <a:xfrm>
            <a:off x="3824550" y="1054750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84" name="Google Shape;384;p42"/>
          <p:cNvSpPr txBox="1"/>
          <p:nvPr>
            <p:ph idx="7" type="subTitle"/>
          </p:nvPr>
        </p:nvSpPr>
        <p:spPr>
          <a:xfrm>
            <a:off x="3824550" y="1427900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85" name="Google Shape;385;p42"/>
          <p:cNvSpPr/>
          <p:nvPr>
            <p:ph idx="8" type="pic"/>
          </p:nvPr>
        </p:nvSpPr>
        <p:spPr>
          <a:xfrm>
            <a:off x="3154659" y="1066100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86" name="Google Shape;386;p42"/>
          <p:cNvSpPr txBox="1"/>
          <p:nvPr>
            <p:ph idx="9" type="subTitle"/>
          </p:nvPr>
        </p:nvSpPr>
        <p:spPr>
          <a:xfrm>
            <a:off x="6750600" y="2193728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87" name="Google Shape;387;p42"/>
          <p:cNvSpPr txBox="1"/>
          <p:nvPr>
            <p:ph idx="13" type="subTitle"/>
          </p:nvPr>
        </p:nvSpPr>
        <p:spPr>
          <a:xfrm>
            <a:off x="6750600" y="1964514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88" name="Google Shape;388;p42"/>
          <p:cNvSpPr txBox="1"/>
          <p:nvPr>
            <p:ph idx="14" type="subTitle"/>
          </p:nvPr>
        </p:nvSpPr>
        <p:spPr>
          <a:xfrm>
            <a:off x="6750600" y="2337664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89" name="Google Shape;389;p42"/>
          <p:cNvSpPr/>
          <p:nvPr>
            <p:ph idx="15" type="pic"/>
          </p:nvPr>
        </p:nvSpPr>
        <p:spPr>
          <a:xfrm>
            <a:off x="6080709" y="1975864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90" name="Google Shape;390;p42"/>
          <p:cNvSpPr txBox="1"/>
          <p:nvPr>
            <p:ph idx="16" type="subTitle"/>
          </p:nvPr>
        </p:nvSpPr>
        <p:spPr>
          <a:xfrm>
            <a:off x="3824550" y="2193728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91" name="Google Shape;391;p42"/>
          <p:cNvSpPr txBox="1"/>
          <p:nvPr>
            <p:ph idx="17" type="subTitle"/>
          </p:nvPr>
        </p:nvSpPr>
        <p:spPr>
          <a:xfrm>
            <a:off x="3824550" y="1964514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92" name="Google Shape;392;p42"/>
          <p:cNvSpPr txBox="1"/>
          <p:nvPr>
            <p:ph idx="18" type="subTitle"/>
          </p:nvPr>
        </p:nvSpPr>
        <p:spPr>
          <a:xfrm>
            <a:off x="3824550" y="2337664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93" name="Google Shape;393;p42"/>
          <p:cNvSpPr/>
          <p:nvPr>
            <p:ph idx="19" type="pic"/>
          </p:nvPr>
        </p:nvSpPr>
        <p:spPr>
          <a:xfrm>
            <a:off x="3154659" y="1975864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94" name="Google Shape;394;p42"/>
          <p:cNvSpPr txBox="1"/>
          <p:nvPr>
            <p:ph idx="20" type="subTitle"/>
          </p:nvPr>
        </p:nvSpPr>
        <p:spPr>
          <a:xfrm>
            <a:off x="6750600" y="3101715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95" name="Google Shape;395;p42"/>
          <p:cNvSpPr txBox="1"/>
          <p:nvPr>
            <p:ph idx="21" type="subTitle"/>
          </p:nvPr>
        </p:nvSpPr>
        <p:spPr>
          <a:xfrm>
            <a:off x="6750600" y="2872502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96" name="Google Shape;396;p42"/>
          <p:cNvSpPr txBox="1"/>
          <p:nvPr>
            <p:ph idx="22" type="subTitle"/>
          </p:nvPr>
        </p:nvSpPr>
        <p:spPr>
          <a:xfrm>
            <a:off x="6750600" y="3245652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97" name="Google Shape;397;p42"/>
          <p:cNvSpPr/>
          <p:nvPr>
            <p:ph idx="23" type="pic"/>
          </p:nvPr>
        </p:nvSpPr>
        <p:spPr>
          <a:xfrm>
            <a:off x="6080709" y="2883852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98" name="Google Shape;398;p42"/>
          <p:cNvSpPr txBox="1"/>
          <p:nvPr>
            <p:ph idx="24" type="subTitle"/>
          </p:nvPr>
        </p:nvSpPr>
        <p:spPr>
          <a:xfrm>
            <a:off x="3824550" y="3101715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99" name="Google Shape;399;p42"/>
          <p:cNvSpPr txBox="1"/>
          <p:nvPr>
            <p:ph idx="25" type="subTitle"/>
          </p:nvPr>
        </p:nvSpPr>
        <p:spPr>
          <a:xfrm>
            <a:off x="3824550" y="2872502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00" name="Google Shape;400;p42"/>
          <p:cNvSpPr txBox="1"/>
          <p:nvPr>
            <p:ph idx="26" type="subTitle"/>
          </p:nvPr>
        </p:nvSpPr>
        <p:spPr>
          <a:xfrm>
            <a:off x="3824550" y="3245652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401" name="Google Shape;401;p42"/>
          <p:cNvSpPr/>
          <p:nvPr>
            <p:ph idx="27" type="pic"/>
          </p:nvPr>
        </p:nvSpPr>
        <p:spPr>
          <a:xfrm>
            <a:off x="3154659" y="2883852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402" name="Google Shape;402;p42"/>
          <p:cNvSpPr txBox="1"/>
          <p:nvPr>
            <p:ph idx="28" type="subTitle"/>
          </p:nvPr>
        </p:nvSpPr>
        <p:spPr>
          <a:xfrm>
            <a:off x="6750600" y="4022919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403" name="Google Shape;403;p42"/>
          <p:cNvSpPr txBox="1"/>
          <p:nvPr>
            <p:ph idx="29" type="subTitle"/>
          </p:nvPr>
        </p:nvSpPr>
        <p:spPr>
          <a:xfrm>
            <a:off x="6750600" y="3793706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04" name="Google Shape;404;p42"/>
          <p:cNvSpPr txBox="1"/>
          <p:nvPr>
            <p:ph idx="30" type="subTitle"/>
          </p:nvPr>
        </p:nvSpPr>
        <p:spPr>
          <a:xfrm>
            <a:off x="6750600" y="4166856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405" name="Google Shape;405;p42"/>
          <p:cNvSpPr/>
          <p:nvPr>
            <p:ph idx="31" type="pic"/>
          </p:nvPr>
        </p:nvSpPr>
        <p:spPr>
          <a:xfrm>
            <a:off x="6080709" y="3805056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406" name="Google Shape;406;p42"/>
          <p:cNvSpPr txBox="1"/>
          <p:nvPr>
            <p:ph idx="32" type="subTitle"/>
          </p:nvPr>
        </p:nvSpPr>
        <p:spPr>
          <a:xfrm>
            <a:off x="3824550" y="4022919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407" name="Google Shape;407;p42"/>
          <p:cNvSpPr txBox="1"/>
          <p:nvPr>
            <p:ph idx="33" type="subTitle"/>
          </p:nvPr>
        </p:nvSpPr>
        <p:spPr>
          <a:xfrm>
            <a:off x="3824550" y="3793706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08" name="Google Shape;408;p42"/>
          <p:cNvSpPr txBox="1"/>
          <p:nvPr>
            <p:ph idx="34" type="subTitle"/>
          </p:nvPr>
        </p:nvSpPr>
        <p:spPr>
          <a:xfrm>
            <a:off x="3824550" y="4166856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409" name="Google Shape;409;p42"/>
          <p:cNvSpPr/>
          <p:nvPr>
            <p:ph idx="35" type="pic"/>
          </p:nvPr>
        </p:nvSpPr>
        <p:spPr>
          <a:xfrm>
            <a:off x="3154659" y="3805056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410" name="Google Shape;410;p42"/>
          <p:cNvSpPr txBox="1"/>
          <p:nvPr>
            <p:ph type="title"/>
          </p:nvPr>
        </p:nvSpPr>
        <p:spPr>
          <a:xfrm>
            <a:off x="361975" y="962100"/>
            <a:ext cx="24507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411" name="Google Shape;411;p42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12" name="Google Shape;412;p42"/>
          <p:cNvSpPr txBox="1"/>
          <p:nvPr>
            <p:ph idx="36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otlight - Alt 2">
  <p:cSld name="CUSTOM_7_1">
    <p:bg>
      <p:bgPr>
        <a:solidFill>
          <a:schemeClr val="accent2"/>
        </a:solidFill>
      </p:bgPr>
    </p:bg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43"/>
          <p:cNvSpPr/>
          <p:nvPr/>
        </p:nvSpPr>
        <p:spPr>
          <a:xfrm>
            <a:off x="0" y="0"/>
            <a:ext cx="45675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15" name="Google Shape;415;p43"/>
          <p:cNvSpPr txBox="1"/>
          <p:nvPr>
            <p:ph type="title"/>
          </p:nvPr>
        </p:nvSpPr>
        <p:spPr>
          <a:xfrm>
            <a:off x="4975925" y="989088"/>
            <a:ext cx="37836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416" name="Google Shape;416;p43"/>
          <p:cNvSpPr/>
          <p:nvPr>
            <p:ph idx="2" type="pic"/>
          </p:nvPr>
        </p:nvSpPr>
        <p:spPr>
          <a:xfrm flipH="1">
            <a:off x="953803" y="1066100"/>
            <a:ext cx="2664300" cy="3002700"/>
          </a:xfrm>
          <a:prstGeom prst="rect">
            <a:avLst/>
          </a:prstGeom>
          <a:noFill/>
          <a:ln>
            <a:noFill/>
          </a:ln>
        </p:spPr>
      </p:sp>
      <p:sp>
        <p:nvSpPr>
          <p:cNvPr id="417" name="Google Shape;417;p43"/>
          <p:cNvSpPr txBox="1"/>
          <p:nvPr>
            <p:ph idx="1" type="body"/>
          </p:nvPr>
        </p:nvSpPr>
        <p:spPr>
          <a:xfrm>
            <a:off x="4975925" y="4125662"/>
            <a:ext cx="3783600" cy="461700"/>
          </a:xfrm>
          <a:prstGeom prst="rect">
            <a:avLst/>
          </a:prstGeom>
          <a:noFill/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418" name="Google Shape;418;p43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19" name="Google Shape;419;p43"/>
          <p:cNvSpPr txBox="1"/>
          <p:nvPr>
            <p:ph idx="3" type="body"/>
          </p:nvPr>
        </p:nvSpPr>
        <p:spPr>
          <a:xfrm>
            <a:off x="4975925" y="1943891"/>
            <a:ext cx="3783600" cy="12432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●"/>
              <a:defRPr sz="1600">
                <a:latin typeface="Newsreader"/>
                <a:ea typeface="Newsreader"/>
                <a:cs typeface="Newsreader"/>
                <a:sym typeface="Newsreader"/>
              </a:defRPr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○"/>
              <a:defRPr sz="1600">
                <a:latin typeface="Newsreader"/>
                <a:ea typeface="Newsreader"/>
                <a:cs typeface="Newsreader"/>
                <a:sym typeface="Newsreader"/>
              </a:defRPr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■"/>
              <a:defRPr sz="1600">
                <a:latin typeface="Newsreader"/>
                <a:ea typeface="Newsreader"/>
                <a:cs typeface="Newsreader"/>
                <a:sym typeface="Newsreader"/>
              </a:defRPr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●"/>
              <a:defRPr sz="1600">
                <a:latin typeface="Newsreader"/>
                <a:ea typeface="Newsreader"/>
                <a:cs typeface="Newsreader"/>
                <a:sym typeface="Newsreader"/>
              </a:defRPr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○"/>
              <a:defRPr sz="1600">
                <a:latin typeface="Newsreader"/>
                <a:ea typeface="Newsreader"/>
                <a:cs typeface="Newsreader"/>
                <a:sym typeface="Newsreader"/>
              </a:defRPr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■"/>
              <a:defRPr sz="1600">
                <a:latin typeface="Newsreader"/>
                <a:ea typeface="Newsreader"/>
                <a:cs typeface="Newsreader"/>
                <a:sym typeface="Newsreader"/>
              </a:defRPr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●"/>
              <a:defRPr sz="1600">
                <a:latin typeface="Newsreader"/>
                <a:ea typeface="Newsreader"/>
                <a:cs typeface="Newsreader"/>
                <a:sym typeface="Newsreader"/>
              </a:defRPr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○"/>
              <a:defRPr sz="1600">
                <a:latin typeface="Newsreader"/>
                <a:ea typeface="Newsreader"/>
                <a:cs typeface="Newsreader"/>
                <a:sym typeface="Newsreader"/>
              </a:defRPr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■"/>
              <a:defRPr sz="1600">
                <a:latin typeface="Newsreader"/>
                <a:ea typeface="Newsreader"/>
                <a:cs typeface="Newsreader"/>
                <a:sym typeface="Newsreader"/>
              </a:defRPr>
            </a:lvl9pPr>
          </a:lstStyle>
          <a:p/>
        </p:txBody>
      </p:sp>
      <p:sp>
        <p:nvSpPr>
          <p:cNvPr id="420" name="Google Shape;420;p43"/>
          <p:cNvSpPr txBox="1"/>
          <p:nvPr>
            <p:ph idx="4" type="subTitle"/>
          </p:nvPr>
        </p:nvSpPr>
        <p:spPr>
          <a:xfrm>
            <a:off x="4975925" y="732775"/>
            <a:ext cx="37836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421" name="Google Shape;421;p43"/>
          <p:cNvSpPr txBox="1"/>
          <p:nvPr>
            <p:ph idx="5" type="subTitle"/>
          </p:nvPr>
        </p:nvSpPr>
        <p:spPr>
          <a:xfrm>
            <a:off x="4975925" y="1647132"/>
            <a:ext cx="3783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422" name="Google Shape;422;p43"/>
          <p:cNvSpPr txBox="1"/>
          <p:nvPr>
            <p:ph idx="6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r chart background">
  <p:cSld name="CUSTOM_8"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4" name="Google Shape;424;p44"/>
          <p:cNvGrpSpPr/>
          <p:nvPr/>
        </p:nvGrpSpPr>
        <p:grpSpPr>
          <a:xfrm>
            <a:off x="49" y="514398"/>
            <a:ext cx="9144297" cy="4115162"/>
            <a:chOff x="-18500" y="514395"/>
            <a:chExt cx="9219900" cy="4115162"/>
          </a:xfrm>
        </p:grpSpPr>
        <p:cxnSp>
          <p:nvCxnSpPr>
            <p:cNvPr id="425" name="Google Shape;425;p44"/>
            <p:cNvCxnSpPr/>
            <p:nvPr/>
          </p:nvCxnSpPr>
          <p:spPr>
            <a:xfrm>
              <a:off x="-18500" y="1028790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26" name="Google Shape;426;p44"/>
            <p:cNvCxnSpPr/>
            <p:nvPr/>
          </p:nvCxnSpPr>
          <p:spPr>
            <a:xfrm>
              <a:off x="-18500" y="4629557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27" name="Google Shape;427;p44"/>
            <p:cNvCxnSpPr/>
            <p:nvPr/>
          </p:nvCxnSpPr>
          <p:spPr>
            <a:xfrm>
              <a:off x="-18500" y="4115162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28" name="Google Shape;428;p44"/>
            <p:cNvCxnSpPr/>
            <p:nvPr/>
          </p:nvCxnSpPr>
          <p:spPr>
            <a:xfrm>
              <a:off x="-18500" y="3600767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29" name="Google Shape;429;p44"/>
            <p:cNvCxnSpPr/>
            <p:nvPr/>
          </p:nvCxnSpPr>
          <p:spPr>
            <a:xfrm>
              <a:off x="-18500" y="3086371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30" name="Google Shape;430;p44"/>
            <p:cNvCxnSpPr/>
            <p:nvPr/>
          </p:nvCxnSpPr>
          <p:spPr>
            <a:xfrm>
              <a:off x="-18500" y="2571976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31" name="Google Shape;431;p44"/>
            <p:cNvCxnSpPr/>
            <p:nvPr/>
          </p:nvCxnSpPr>
          <p:spPr>
            <a:xfrm>
              <a:off x="-18500" y="2057581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32" name="Google Shape;432;p44"/>
            <p:cNvCxnSpPr/>
            <p:nvPr/>
          </p:nvCxnSpPr>
          <p:spPr>
            <a:xfrm>
              <a:off x="-18500" y="1543186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33" name="Google Shape;433;p44"/>
            <p:cNvCxnSpPr/>
            <p:nvPr/>
          </p:nvCxnSpPr>
          <p:spPr>
            <a:xfrm>
              <a:off x="-18500" y="514395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434" name="Google Shape;434;p44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35" name="Google Shape;435;p44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6" name="Google Shape;436;p44"/>
          <p:cNvSpPr txBox="1"/>
          <p:nvPr>
            <p:ph idx="2" type="subTitle"/>
          </p:nvPr>
        </p:nvSpPr>
        <p:spPr>
          <a:xfrm>
            <a:off x="361975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 slide">
  <p:cSld name="CUSTOM_8_1">
    <p:bg>
      <p:bgPr>
        <a:solidFill>
          <a:schemeClr val="accent2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45"/>
          <p:cNvSpPr/>
          <p:nvPr/>
        </p:nvSpPr>
        <p:spPr>
          <a:xfrm>
            <a:off x="50" y="-300"/>
            <a:ext cx="67089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39" name="Google Shape;439;p45"/>
          <p:cNvSpPr txBox="1"/>
          <p:nvPr>
            <p:ph type="title"/>
          </p:nvPr>
        </p:nvSpPr>
        <p:spPr>
          <a:xfrm>
            <a:off x="451472" y="2024100"/>
            <a:ext cx="4163100" cy="1372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0" name="Google Shape;440;p45"/>
          <p:cNvSpPr txBox="1"/>
          <p:nvPr>
            <p:ph idx="1" type="subTitle"/>
          </p:nvPr>
        </p:nvSpPr>
        <p:spPr>
          <a:xfrm>
            <a:off x="451475" y="3776250"/>
            <a:ext cx="4163100" cy="42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4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443" name="Google Shape;443;p4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4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8" name="Google Shape;448;p4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1" name="Google Shape;451;p4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52" name="Google Shape;452;p4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5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57" name="Google Shape;457;p51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5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5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62" name="Google Shape;462;p5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63" name="Google Shape;463;p5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54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55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8" name="Google Shape;468;p5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57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2" name="Google Shape;472;p57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73" name="Google Shape;473;p57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74" name="Google Shape;474;p57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75" name="Google Shape;475;p57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76" name="Google Shape;476;p57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77" name="Google Shape;477;p57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0" name="Google Shape;480;p58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81" name="Google Shape;481;p58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59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84" name="Google Shape;484;p59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85" name="Google Shape;485;p59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86" name="Google Shape;486;p59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87" name="Google Shape;487;p59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60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90" name="Google Shape;490;p60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91" name="Google Shape;491;p60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92" name="Google Shape;492;p60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93" name="Google Shape;493;p60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94" name="Google Shape;494;p60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95" name="Google Shape;495;p60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61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98" name="Google Shape;498;p61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99" name="Google Shape;499;p61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500" name="Google Shape;500;p61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501" name="Google Shape;501;p61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02" name="Google Shape;502;p61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03" name="Google Shape;503;p61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04" name="Google Shape;504;p61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05" name="Google Shape;505;p61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6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8" name="Google Shape;508;p62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63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511" name="Google Shape;511;p63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512" name="Google Shape;512;p63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513" name="Google Shape;513;p63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514" name="Google Shape;514;p6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5" name="Google Shape;515;p63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16" name="Google Shape;516;p63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64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519" name="Google Shape;519;p64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20" name="Google Shape;520;p64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21" name="Google Shape;521;p64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522" name="Google Shape;522;p64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23" name="Google Shape;523;p64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524" name="Google Shape;524;p6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5" name="Google Shape;525;p64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26" name="Google Shape;526;p64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27" name="Google Shape;527;p64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65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66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32" name="Google Shape;532;p66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33" name="Google Shape;533;p66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34" name="Google Shape;534;p66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35" name="Google Shape;535;p66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36" name="Google Shape;536;p66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37" name="Google Shape;537;p66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8" name="Google Shape;538;p66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39" name="Google Shape;539;p66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40" name="Google Shape;540;p66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51.xml"/><Relationship Id="rId42" Type="http://schemas.openxmlformats.org/officeDocument/2006/relationships/slideLayout" Target="../slideLayouts/slideLayout53.xml"/><Relationship Id="rId41" Type="http://schemas.openxmlformats.org/officeDocument/2006/relationships/slideLayout" Target="../slideLayouts/slideLayout52.xml"/><Relationship Id="rId44" Type="http://schemas.openxmlformats.org/officeDocument/2006/relationships/slideLayout" Target="../slideLayouts/slideLayout55.xml"/><Relationship Id="rId43" Type="http://schemas.openxmlformats.org/officeDocument/2006/relationships/slideLayout" Target="../slideLayouts/slideLayout54.xml"/><Relationship Id="rId46" Type="http://schemas.openxmlformats.org/officeDocument/2006/relationships/slideLayout" Target="../slideLayouts/slideLayout57.xml"/><Relationship Id="rId45" Type="http://schemas.openxmlformats.org/officeDocument/2006/relationships/slideLayout" Target="../slideLayouts/slideLayout56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48" Type="http://schemas.openxmlformats.org/officeDocument/2006/relationships/slideLayout" Target="../slideLayouts/slideLayout59.xml"/><Relationship Id="rId47" Type="http://schemas.openxmlformats.org/officeDocument/2006/relationships/slideLayout" Target="../slideLayouts/slideLayout58.xml"/><Relationship Id="rId49" Type="http://schemas.openxmlformats.org/officeDocument/2006/relationships/slideLayout" Target="../slideLayouts/slideLayout6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33" Type="http://schemas.openxmlformats.org/officeDocument/2006/relationships/slideLayout" Target="../slideLayouts/slideLayout44.xml"/><Relationship Id="rId32" Type="http://schemas.openxmlformats.org/officeDocument/2006/relationships/slideLayout" Target="../slideLayouts/slideLayout43.xml"/><Relationship Id="rId35" Type="http://schemas.openxmlformats.org/officeDocument/2006/relationships/slideLayout" Target="../slideLayouts/slideLayout46.xml"/><Relationship Id="rId34" Type="http://schemas.openxmlformats.org/officeDocument/2006/relationships/slideLayout" Target="../slideLayouts/slideLayout45.xml"/><Relationship Id="rId37" Type="http://schemas.openxmlformats.org/officeDocument/2006/relationships/slideLayout" Target="../slideLayouts/slideLayout48.xml"/><Relationship Id="rId36" Type="http://schemas.openxmlformats.org/officeDocument/2006/relationships/slideLayout" Target="../slideLayouts/slideLayout47.xml"/><Relationship Id="rId39" Type="http://schemas.openxmlformats.org/officeDocument/2006/relationships/slideLayout" Target="../slideLayouts/slideLayout50.xml"/><Relationship Id="rId38" Type="http://schemas.openxmlformats.org/officeDocument/2006/relationships/slideLayout" Target="../slideLayouts/slideLayout49.xml"/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29" Type="http://schemas.openxmlformats.org/officeDocument/2006/relationships/slideLayout" Target="../slideLayouts/slideLayout40.xml"/><Relationship Id="rId51" Type="http://schemas.openxmlformats.org/officeDocument/2006/relationships/slideLayout" Target="../slideLayouts/slideLayout62.xml"/><Relationship Id="rId50" Type="http://schemas.openxmlformats.org/officeDocument/2006/relationships/slideLayout" Target="../slideLayouts/slideLayout61.xml"/><Relationship Id="rId53" Type="http://schemas.openxmlformats.org/officeDocument/2006/relationships/slideLayout" Target="../slideLayouts/slideLayout64.xml"/><Relationship Id="rId52" Type="http://schemas.openxmlformats.org/officeDocument/2006/relationships/slideLayout" Target="../slideLayouts/slideLayout6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54" Type="http://schemas.openxmlformats.org/officeDocument/2006/relationships/theme" Target="../theme/theme3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3"/>
          <p:cNvSpPr txBox="1"/>
          <p:nvPr>
            <p:ph idx="1" type="body"/>
          </p:nvPr>
        </p:nvSpPr>
        <p:spPr>
          <a:xfrm>
            <a:off x="361850" y="2004025"/>
            <a:ext cx="5627400" cy="25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84" name="Google Shape;84;p13"/>
          <p:cNvSpPr txBox="1"/>
          <p:nvPr>
            <p:ph type="title"/>
          </p:nvPr>
        </p:nvSpPr>
        <p:spPr>
          <a:xfrm>
            <a:off x="438150" y="524575"/>
            <a:ext cx="5433000" cy="9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Newsreader"/>
              <a:buNone/>
              <a:defRPr sz="3000">
                <a:solidFill>
                  <a:schemeClr val="lt1"/>
                </a:solidFill>
                <a:latin typeface="Newsreader"/>
                <a:ea typeface="Newsreader"/>
                <a:cs typeface="Newsreader"/>
                <a:sym typeface="Newsread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3"/>
          <p:cNvSpPr txBox="1"/>
          <p:nvPr>
            <p:ph idx="2" type="body"/>
          </p:nvPr>
        </p:nvSpPr>
        <p:spPr>
          <a:xfrm>
            <a:off x="4700200" y="1614100"/>
            <a:ext cx="3756600" cy="25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  <p:sldLayoutId id="2147483699" r:id="rId41"/>
    <p:sldLayoutId id="2147483700" r:id="rId42"/>
    <p:sldLayoutId id="2147483701" r:id="rId43"/>
    <p:sldLayoutId id="2147483702" r:id="rId44"/>
    <p:sldLayoutId id="2147483703" r:id="rId45"/>
    <p:sldLayoutId id="2147483704" r:id="rId46"/>
    <p:sldLayoutId id="2147483705" r:id="rId47"/>
    <p:sldLayoutId id="2147483706" r:id="rId48"/>
    <p:sldLayoutId id="2147483707" r:id="rId49"/>
    <p:sldLayoutId id="2147483708" r:id="rId50"/>
    <p:sldLayoutId id="2147483709" r:id="rId51"/>
    <p:sldLayoutId id="2147483710" r:id="rId52"/>
    <p:sldLayoutId id="2147483711" r:id="rId5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529">
          <p15:clr>
            <a:srgbClr val="E46962"/>
          </p15:clr>
        </p15:guide>
        <p15:guide id="2" orient="horz" pos="233">
          <p15:clr>
            <a:srgbClr val="E46962"/>
          </p15:clr>
        </p15:guide>
        <p15:guide id="3" orient="horz" pos="3011">
          <p15:clr>
            <a:srgbClr val="E46962"/>
          </p15:clr>
        </p15:guide>
        <p15:guide id="4" pos="2850">
          <p15:clr>
            <a:srgbClr val="E46962"/>
          </p15:clr>
        </p15:guide>
        <p15:guide id="5" pos="2910">
          <p15:clr>
            <a:srgbClr val="E46962"/>
          </p15:clr>
        </p15:guide>
        <p15:guide id="6" pos="1468">
          <p15:clr>
            <a:srgbClr val="E46962"/>
          </p15:clr>
        </p15:guide>
        <p15:guide id="7" pos="1527">
          <p15:clr>
            <a:srgbClr val="E46962"/>
          </p15:clr>
        </p15:guide>
        <p15:guide id="8" pos="4226">
          <p15:clr>
            <a:srgbClr val="E46962"/>
          </p15:clr>
        </p15:guide>
        <p15:guide id="9" pos="4285">
          <p15:clr>
            <a:srgbClr val="E46962"/>
          </p15:clr>
        </p15:guide>
        <p15:guide id="10" pos="3773">
          <p15:clr>
            <a:srgbClr val="E46962"/>
          </p15:clr>
        </p15:guide>
        <p15:guide id="11" pos="3830">
          <p15:clr>
            <a:srgbClr val="E46962"/>
          </p15:clr>
        </p15:guide>
        <p15:guide id="12" pos="1930">
          <p15:clr>
            <a:srgbClr val="E46962"/>
          </p15:clr>
        </p15:guide>
        <p15:guide id="13" pos="1987">
          <p15:clr>
            <a:srgbClr val="E46962"/>
          </p15:clr>
        </p15:guide>
        <p15:guide id="14" orient="horz" pos="2867">
          <p15:clr>
            <a:srgbClr val="E46962"/>
          </p15:clr>
        </p15:guide>
        <p15:guide id="15" orient="horz" pos="1135">
          <p15:clr>
            <a:srgbClr val="E46962"/>
          </p15:clr>
        </p15:guide>
        <p15:guide id="16" orient="horz" pos="1194">
          <p15:clr>
            <a:srgbClr val="E46962"/>
          </p15:clr>
        </p15:guide>
        <p15:guide id="17" orient="horz" pos="2043">
          <p15:clr>
            <a:srgbClr val="E46962"/>
          </p15:clr>
        </p15:guide>
        <p15:guide id="18" orient="horz" pos="2103">
          <p15:clr>
            <a:srgbClr val="E46962"/>
          </p15:clr>
        </p15:guide>
        <p15:guide id="19" pos="228">
          <p15:clr>
            <a:srgbClr val="E46962"/>
          </p15:clr>
        </p15:guide>
        <p15:guide id="20" orient="horz" pos="672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.xml"/><Relationship Id="rId3" Type="http://schemas.openxmlformats.org/officeDocument/2006/relationships/hyperlink" Target="http://github.com/widyacatur/personalproject" TargetMode="External"/><Relationship Id="rId4" Type="http://schemas.openxmlformats.org/officeDocument/2006/relationships/image" Target="../media/image26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0.jp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8.jpg"/><Relationship Id="rId4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4.jpg"/><Relationship Id="rId4" Type="http://schemas.openxmlformats.org/officeDocument/2006/relationships/image" Target="../media/image7.png"/><Relationship Id="rId5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2.jpg"/><Relationship Id="rId4" Type="http://schemas.openxmlformats.org/officeDocument/2006/relationships/image" Target="../media/image9.png"/><Relationship Id="rId5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Relationship Id="rId4" Type="http://schemas.openxmlformats.org/officeDocument/2006/relationships/image" Target="../media/image3.png"/><Relationship Id="rId5" Type="http://schemas.openxmlformats.org/officeDocument/2006/relationships/image" Target="../media/image2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7.png"/><Relationship Id="rId4" Type="http://schemas.openxmlformats.org/officeDocument/2006/relationships/image" Target="../media/image5.png"/><Relationship Id="rId5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16.png"/><Relationship Id="rId5" Type="http://schemas.openxmlformats.org/officeDocument/2006/relationships/image" Target="../media/image1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1.png"/><Relationship Id="rId4" Type="http://schemas.openxmlformats.org/officeDocument/2006/relationships/image" Target="../media/image12.png"/><Relationship Id="rId5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://github.com/widyacatur/personalproject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67"/>
          <p:cNvSpPr txBox="1"/>
          <p:nvPr>
            <p:ph type="title"/>
          </p:nvPr>
        </p:nvSpPr>
        <p:spPr>
          <a:xfrm>
            <a:off x="131725" y="923525"/>
            <a:ext cx="4318800" cy="15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/>
              <a:t>Anomaly Detection in Bank Transactions</a:t>
            </a:r>
            <a:endParaRPr sz="3800"/>
          </a:p>
        </p:txBody>
      </p:sp>
      <p:sp>
        <p:nvSpPr>
          <p:cNvPr id="546" name="Google Shape;546;p67"/>
          <p:cNvSpPr txBox="1"/>
          <p:nvPr>
            <p:ph idx="1" type="subTitle"/>
          </p:nvPr>
        </p:nvSpPr>
        <p:spPr>
          <a:xfrm>
            <a:off x="953125" y="4052350"/>
            <a:ext cx="2677800" cy="11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Widya Catur Utami Putri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Portfolio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Complete Code at: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github.com/widyacatur/personalproject</a:t>
            </a:r>
            <a:endParaRPr/>
          </a:p>
        </p:txBody>
      </p:sp>
      <p:sp>
        <p:nvSpPr>
          <p:cNvPr id="547" name="Google Shape;547;p67"/>
          <p:cNvSpPr txBox="1"/>
          <p:nvPr>
            <p:ph idx="3" type="body"/>
          </p:nvPr>
        </p:nvSpPr>
        <p:spPr>
          <a:xfrm>
            <a:off x="545725" y="2477974"/>
            <a:ext cx="3492600" cy="6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9900"/>
                </a:solidFill>
              </a:rPr>
              <a:t>Fraud Detection with Isolation Forest</a:t>
            </a:r>
            <a:endParaRPr sz="1200"/>
          </a:p>
        </p:txBody>
      </p:sp>
      <p:pic>
        <p:nvPicPr>
          <p:cNvPr id="548" name="Google Shape;548;p67" title="alexandre-l-oiseau-zVAyRj7JYtc-unsplash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0"/>
            <a:ext cx="5248650" cy="75698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5EA"/>
        </a:solidFill>
      </p:bgPr>
    </p:bg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3" name="Google Shape;553;p68" title="allison-saeng-Zb4QHN8niIM-unsplash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154801" y="-319450"/>
            <a:ext cx="8773750" cy="6666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54" name="Google Shape;554;p68" title="allison-saeng-Zb4QHN8niIM-unsplash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 rot="10800000">
            <a:off x="2524974" y="-1513800"/>
            <a:ext cx="8773750" cy="6666001"/>
          </a:xfrm>
          <a:prstGeom prst="rect">
            <a:avLst/>
          </a:prstGeom>
          <a:noFill/>
          <a:ln>
            <a:noFill/>
          </a:ln>
        </p:spPr>
      </p:pic>
      <p:sp>
        <p:nvSpPr>
          <p:cNvPr id="555" name="Google Shape;555;p68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6" name="Google Shape;556;p68"/>
          <p:cNvSpPr txBox="1"/>
          <p:nvPr>
            <p:ph idx="1" type="subTitle"/>
          </p:nvPr>
        </p:nvSpPr>
        <p:spPr>
          <a:xfrm>
            <a:off x="666700" y="1320350"/>
            <a:ext cx="6496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Preparation: Loading &amp; Feature Engineering</a:t>
            </a:r>
            <a:endParaRPr/>
          </a:p>
        </p:txBody>
      </p:sp>
      <p:sp>
        <p:nvSpPr>
          <p:cNvPr id="557" name="Google Shape;557;p68"/>
          <p:cNvSpPr txBox="1"/>
          <p:nvPr>
            <p:ph idx="2" type="body"/>
          </p:nvPr>
        </p:nvSpPr>
        <p:spPr>
          <a:xfrm>
            <a:off x="666700" y="1543675"/>
            <a:ext cx="7856100" cy="46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section focuses on getting the raw bank transaction data into a usable format This step ensures the data is clean, well-structured, and rich enough for effective analysis and modeling.</a:t>
            </a:r>
            <a:endParaRPr/>
          </a:p>
        </p:txBody>
      </p:sp>
      <p:sp>
        <p:nvSpPr>
          <p:cNvPr id="558" name="Google Shape;558;p68"/>
          <p:cNvSpPr txBox="1"/>
          <p:nvPr>
            <p:ph type="title"/>
          </p:nvPr>
        </p:nvSpPr>
        <p:spPr>
          <a:xfrm>
            <a:off x="294925" y="672675"/>
            <a:ext cx="4297200" cy="461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Project Overview</a:t>
            </a:r>
            <a:endParaRPr sz="3000"/>
          </a:p>
        </p:txBody>
      </p:sp>
      <p:sp>
        <p:nvSpPr>
          <p:cNvPr id="559" name="Google Shape;559;p68"/>
          <p:cNvSpPr txBox="1"/>
          <p:nvPr>
            <p:ph idx="7" type="subTitle"/>
          </p:nvPr>
        </p:nvSpPr>
        <p:spPr>
          <a:xfrm>
            <a:off x="666700" y="3072646"/>
            <a:ext cx="9144000" cy="14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Anomaly Detection: Methodology &amp; Outlier Characteristics</a:t>
            </a:r>
            <a:endParaRPr/>
          </a:p>
        </p:txBody>
      </p:sp>
      <p:sp>
        <p:nvSpPr>
          <p:cNvPr id="560" name="Google Shape;560;p68"/>
          <p:cNvSpPr txBox="1"/>
          <p:nvPr>
            <p:ph idx="8" type="body"/>
          </p:nvPr>
        </p:nvSpPr>
        <p:spPr>
          <a:xfrm>
            <a:off x="666700" y="3295977"/>
            <a:ext cx="7856100" cy="46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</a:t>
            </a:r>
            <a:r>
              <a:rPr lang="en"/>
              <a:t>sing machine learning technique (Isolation Forest Model) to pinpoint unusual transactions. Crucially, we'll then analyze the specific traits of the detected outliers.</a:t>
            </a:r>
            <a:endParaRPr/>
          </a:p>
        </p:txBody>
      </p:sp>
      <p:sp>
        <p:nvSpPr>
          <p:cNvPr id="561" name="Google Shape;561;p68"/>
          <p:cNvSpPr txBox="1"/>
          <p:nvPr>
            <p:ph idx="9" type="subTitle"/>
          </p:nvPr>
        </p:nvSpPr>
        <p:spPr>
          <a:xfrm>
            <a:off x="666700" y="2212577"/>
            <a:ext cx="78561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Exploratory Data Analysis (EDA): Patterns &amp; Insights</a:t>
            </a:r>
            <a:endParaRPr/>
          </a:p>
        </p:txBody>
      </p:sp>
      <p:sp>
        <p:nvSpPr>
          <p:cNvPr id="562" name="Google Shape;562;p68"/>
          <p:cNvSpPr txBox="1"/>
          <p:nvPr>
            <p:ph idx="13" type="body"/>
          </p:nvPr>
        </p:nvSpPr>
        <p:spPr>
          <a:xfrm>
            <a:off x="666700" y="2435901"/>
            <a:ext cx="7856100" cy="46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</a:t>
            </a:r>
            <a:r>
              <a:rPr lang="en"/>
              <a:t>nderstand the data’s inherent characteristics through visualizations and summary statistics. The goal is to uncover typical spending behaviors, customer demographics, and channel usage patterns.</a:t>
            </a:r>
            <a:endParaRPr/>
          </a:p>
        </p:txBody>
      </p:sp>
      <p:cxnSp>
        <p:nvCxnSpPr>
          <p:cNvPr id="563" name="Google Shape;563;p68"/>
          <p:cNvCxnSpPr/>
          <p:nvPr/>
        </p:nvCxnSpPr>
        <p:spPr>
          <a:xfrm>
            <a:off x="355650" y="1462700"/>
            <a:ext cx="0" cy="31017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64" name="Google Shape;564;p68"/>
          <p:cNvSpPr/>
          <p:nvPr/>
        </p:nvSpPr>
        <p:spPr>
          <a:xfrm rot="2707147">
            <a:off x="306897" y="1372868"/>
            <a:ext cx="102036" cy="102036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p68"/>
          <p:cNvSpPr/>
          <p:nvPr/>
        </p:nvSpPr>
        <p:spPr>
          <a:xfrm rot="2707147">
            <a:off x="306897" y="2247784"/>
            <a:ext cx="102036" cy="102036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68"/>
          <p:cNvSpPr/>
          <p:nvPr/>
        </p:nvSpPr>
        <p:spPr>
          <a:xfrm rot="2707147">
            <a:off x="306897" y="3122718"/>
            <a:ext cx="102036" cy="102036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68"/>
          <p:cNvSpPr/>
          <p:nvPr/>
        </p:nvSpPr>
        <p:spPr>
          <a:xfrm rot="2707147">
            <a:off x="306897" y="3960918"/>
            <a:ext cx="102036" cy="102036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68"/>
          <p:cNvSpPr txBox="1"/>
          <p:nvPr>
            <p:ph idx="7" type="subTitle"/>
          </p:nvPr>
        </p:nvSpPr>
        <p:spPr>
          <a:xfrm>
            <a:off x="666700" y="3950744"/>
            <a:ext cx="9144000" cy="14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Recommendations &amp; Next Steps</a:t>
            </a:r>
            <a:endParaRPr/>
          </a:p>
        </p:txBody>
      </p:sp>
      <p:sp>
        <p:nvSpPr>
          <p:cNvPr id="569" name="Google Shape;569;p68"/>
          <p:cNvSpPr txBox="1"/>
          <p:nvPr>
            <p:ph idx="8" type="body"/>
          </p:nvPr>
        </p:nvSpPr>
        <p:spPr>
          <a:xfrm>
            <a:off x="666700" y="4174075"/>
            <a:ext cx="7856100" cy="46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Translate analytical findings into actionable strategies. This includes concrete recommendations based on the outlier characteristics.</a:t>
            </a:r>
            <a:endParaRPr/>
          </a:p>
        </p:txBody>
      </p:sp>
      <p:sp>
        <p:nvSpPr>
          <p:cNvPr id="570" name="Google Shape;570;p68"/>
          <p:cNvSpPr txBox="1"/>
          <p:nvPr>
            <p:ph idx="5" type="subTitle"/>
          </p:nvPr>
        </p:nvSpPr>
        <p:spPr>
          <a:xfrm>
            <a:off x="2857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/>
              <a:t>Widya Catur Utami Putri - Data Portfolio</a:t>
            </a:r>
            <a:endParaRPr sz="7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5EA"/>
        </a:solidFill>
      </p:bgPr>
    </p:bg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5" name="Google Shape;575;p69" title="allison-saeng-HrFCxo0Go5Y-unsplash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20900" y="2208200"/>
            <a:ext cx="6769853" cy="5143502"/>
          </a:xfrm>
          <a:prstGeom prst="rect">
            <a:avLst/>
          </a:prstGeom>
          <a:noFill/>
          <a:ln>
            <a:noFill/>
          </a:ln>
        </p:spPr>
      </p:pic>
      <p:sp>
        <p:nvSpPr>
          <p:cNvPr id="576" name="Google Shape;576;p69"/>
          <p:cNvSpPr txBox="1"/>
          <p:nvPr>
            <p:ph idx="4294967295" type="title"/>
          </p:nvPr>
        </p:nvSpPr>
        <p:spPr>
          <a:xfrm>
            <a:off x="3481500" y="1418450"/>
            <a:ext cx="5198400" cy="33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Dataset: Kaggle Bank Transaction Dataset for Fraud Detection.</a:t>
            </a:r>
            <a:endParaRPr sz="1500"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Initial Inspection:</a:t>
            </a:r>
            <a:endParaRPr sz="1500"/>
          </a:p>
          <a:p>
            <a:pPr indent="-3238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</a:pPr>
            <a:r>
              <a:rPr lang="en" sz="1500">
                <a:solidFill>
                  <a:schemeClr val="lt1"/>
                </a:solidFill>
                <a:latin typeface="Newsreader"/>
                <a:ea typeface="Newsreader"/>
                <a:cs typeface="Newsreader"/>
                <a:sym typeface="Newsreader"/>
              </a:rPr>
              <a:t>We have 2,512 transactions and 16 columns.</a:t>
            </a:r>
            <a:endParaRPr sz="1500">
              <a:solidFill>
                <a:schemeClr val="lt1"/>
              </a:solidFill>
              <a:latin typeface="Newsreader"/>
              <a:ea typeface="Newsreader"/>
              <a:cs typeface="Newsreader"/>
              <a:sym typeface="Newsreader"/>
            </a:endParaRPr>
          </a:p>
          <a:p>
            <a:pPr indent="-3238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</a:pPr>
            <a:r>
              <a:rPr lang="en" sz="1500">
                <a:solidFill>
                  <a:schemeClr val="lt1"/>
                </a:solidFill>
                <a:latin typeface="Newsreader"/>
                <a:ea typeface="Newsreader"/>
                <a:cs typeface="Newsreader"/>
                <a:sym typeface="Newsreader"/>
              </a:rPr>
              <a:t>The </a:t>
            </a:r>
            <a:r>
              <a:rPr lang="en" sz="1500">
                <a:solidFill>
                  <a:schemeClr val="lt1"/>
                </a:solidFill>
                <a:latin typeface="Newsreader"/>
                <a:ea typeface="Newsreader"/>
                <a:cs typeface="Newsreader"/>
                <a:sym typeface="Newsreader"/>
              </a:rPr>
              <a:t>Transaction Date</a:t>
            </a:r>
            <a:r>
              <a:rPr lang="en" sz="1500">
                <a:solidFill>
                  <a:schemeClr val="lt1"/>
                </a:solidFill>
                <a:latin typeface="Newsreader"/>
                <a:ea typeface="Newsreader"/>
                <a:cs typeface="Newsreader"/>
                <a:sym typeface="Newsreader"/>
              </a:rPr>
              <a:t> and </a:t>
            </a:r>
            <a:r>
              <a:rPr lang="en" sz="1500">
                <a:solidFill>
                  <a:schemeClr val="lt1"/>
                </a:solidFill>
                <a:latin typeface="Newsreader"/>
                <a:ea typeface="Newsreader"/>
                <a:cs typeface="Newsreader"/>
                <a:sym typeface="Newsreader"/>
              </a:rPr>
              <a:t>Previous Transaction Date</a:t>
            </a:r>
            <a:r>
              <a:rPr lang="en" sz="1500">
                <a:solidFill>
                  <a:schemeClr val="lt1"/>
                </a:solidFill>
                <a:latin typeface="Newsreader"/>
                <a:ea typeface="Newsreader"/>
                <a:cs typeface="Newsreader"/>
                <a:sym typeface="Newsreader"/>
              </a:rPr>
              <a:t> columns were not in the correct datetime format, which will be corrected in the next step.</a:t>
            </a:r>
            <a:endParaRPr sz="1500">
              <a:solidFill>
                <a:schemeClr val="lt1"/>
              </a:solidFill>
              <a:latin typeface="Newsreader"/>
              <a:ea typeface="Newsreader"/>
              <a:cs typeface="Newsreader"/>
              <a:sym typeface="Newsreader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Next Steps: Clean and prepare the data for analysis.</a:t>
            </a:r>
            <a:endParaRPr sz="1500"/>
          </a:p>
        </p:txBody>
      </p:sp>
      <p:sp>
        <p:nvSpPr>
          <p:cNvPr id="577" name="Google Shape;577;p69"/>
          <p:cNvSpPr txBox="1"/>
          <p:nvPr>
            <p:ph idx="4294967295" type="title"/>
          </p:nvPr>
        </p:nvSpPr>
        <p:spPr>
          <a:xfrm>
            <a:off x="211800" y="588063"/>
            <a:ext cx="6591000" cy="65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Loading &amp; Initial Inspection</a:t>
            </a:r>
            <a:endParaRPr sz="3000"/>
          </a:p>
        </p:txBody>
      </p:sp>
      <p:pic>
        <p:nvPicPr>
          <p:cNvPr id="578" name="Google Shape;578;p6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1975" y="1418450"/>
            <a:ext cx="2917758" cy="30567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12300000" dist="66675">
              <a:srgbClr val="000000">
                <a:alpha val="47000"/>
              </a:srgbClr>
            </a:outerShdw>
          </a:effectLst>
        </p:spPr>
      </p:pic>
      <p:sp>
        <p:nvSpPr>
          <p:cNvPr id="579" name="Google Shape;579;p69"/>
          <p:cNvSpPr txBox="1"/>
          <p:nvPr>
            <p:ph idx="4294967295" type="subTitle"/>
          </p:nvPr>
        </p:nvSpPr>
        <p:spPr>
          <a:xfrm>
            <a:off x="285775" y="217725"/>
            <a:ext cx="4163100" cy="23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/>
              <a:t>Widya Catur Utami Putri - Data Portfolio</a:t>
            </a:r>
            <a:endParaRPr sz="7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EAE8"/>
        </a:solidFill>
      </p:bgPr>
    </p:bg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4" name="Google Shape;584;p70" title="rupixen-pbgYcq3_Zx0-unsplash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1491608" y="-2235225"/>
            <a:ext cx="7717135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85" name="Google Shape;585;p70"/>
          <p:cNvSpPr txBox="1"/>
          <p:nvPr>
            <p:ph idx="2" type="body"/>
          </p:nvPr>
        </p:nvSpPr>
        <p:spPr>
          <a:xfrm>
            <a:off x="230275" y="1196825"/>
            <a:ext cx="4163100" cy="367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Newsreader"/>
                <a:ea typeface="Newsreader"/>
                <a:cs typeface="Newsreader"/>
                <a:sym typeface="Newsreader"/>
              </a:rPr>
              <a:t>Date/Time Features:</a:t>
            </a:r>
            <a:endParaRPr sz="1100">
              <a:latin typeface="Newsreader"/>
              <a:ea typeface="Newsreader"/>
              <a:cs typeface="Newsreader"/>
              <a:sym typeface="Newsreader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lang="en" sz="1100">
                <a:latin typeface="Newsreader"/>
                <a:ea typeface="Newsreader"/>
                <a:cs typeface="Newsreader"/>
                <a:sym typeface="Newsreader"/>
              </a:rPr>
              <a:t>Converted date columns to the proper datetime format.</a:t>
            </a:r>
            <a:endParaRPr sz="1100">
              <a:latin typeface="Newsreader"/>
              <a:ea typeface="Newsreader"/>
              <a:cs typeface="Newsreader"/>
              <a:sym typeface="Newsreader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lang="en" sz="1100">
                <a:latin typeface="Newsreader"/>
                <a:ea typeface="Newsreader"/>
                <a:cs typeface="Newsreader"/>
                <a:sym typeface="Newsreader"/>
              </a:rPr>
              <a:t>Extracted the TransactionHour and TransactionDay of the week.</a:t>
            </a:r>
            <a:endParaRPr sz="1100">
              <a:latin typeface="Newsreader"/>
              <a:ea typeface="Newsreader"/>
              <a:cs typeface="Newsreader"/>
              <a:sym typeface="Newsreader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lang="en" sz="1100">
                <a:latin typeface="Newsreader"/>
                <a:ea typeface="Newsreader"/>
                <a:cs typeface="Newsreader"/>
                <a:sym typeface="Newsreader"/>
              </a:rPr>
              <a:t>Calculated DaysSinceLastTransaction to identify unusual gaps between transactions.</a:t>
            </a:r>
            <a:endParaRPr sz="1100">
              <a:latin typeface="Newsreader"/>
              <a:ea typeface="Newsreader"/>
              <a:cs typeface="Newsreader"/>
              <a:sym typeface="Newsreader"/>
            </a:endParaRPr>
          </a:p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" sz="1100">
                <a:latin typeface="Newsreader"/>
                <a:ea typeface="Newsreader"/>
                <a:cs typeface="Newsreader"/>
                <a:sym typeface="Newsreader"/>
              </a:rPr>
              <a:t>Encoding:</a:t>
            </a:r>
            <a:endParaRPr sz="1100">
              <a:latin typeface="Newsreader"/>
              <a:ea typeface="Newsreader"/>
              <a:cs typeface="Newsreader"/>
              <a:sym typeface="Newsreader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lang="en" sz="1100">
                <a:latin typeface="Newsreader"/>
                <a:ea typeface="Newsreader"/>
                <a:cs typeface="Newsreader"/>
                <a:sym typeface="Newsreader"/>
              </a:rPr>
              <a:t>Used Label Encoding for ordinal data like TransactionDay and CustomerOccupation.</a:t>
            </a:r>
            <a:endParaRPr sz="1100">
              <a:latin typeface="Newsreader"/>
              <a:ea typeface="Newsreader"/>
              <a:cs typeface="Newsreader"/>
              <a:sym typeface="Newsreader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lang="en" sz="1100">
                <a:latin typeface="Newsreader"/>
                <a:ea typeface="Newsreader"/>
                <a:cs typeface="Newsreader"/>
                <a:sym typeface="Newsreader"/>
              </a:rPr>
              <a:t>Used One-Hot Encoding for nominal data like TransactionType and Channel.</a:t>
            </a:r>
            <a:endParaRPr sz="1100">
              <a:latin typeface="Newsreader"/>
              <a:ea typeface="Newsreader"/>
              <a:cs typeface="Newsreader"/>
              <a:sym typeface="Newsreader"/>
            </a:endParaRPr>
          </a:p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" sz="1100">
                <a:latin typeface="Newsreader"/>
                <a:ea typeface="Newsreader"/>
                <a:cs typeface="Newsreader"/>
                <a:sym typeface="Newsreader"/>
              </a:rPr>
              <a:t>New Ratios &amp; Brackets:</a:t>
            </a:r>
            <a:endParaRPr sz="1100">
              <a:latin typeface="Newsreader"/>
              <a:ea typeface="Newsreader"/>
              <a:cs typeface="Newsreader"/>
              <a:sym typeface="Newsreader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lang="en" sz="1100">
                <a:latin typeface="Newsreader"/>
                <a:ea typeface="Newsreader"/>
                <a:cs typeface="Newsreader"/>
                <a:sym typeface="Newsreader"/>
              </a:rPr>
              <a:t>Created BalanceChangeRatio by dividing the TransactionAmount by the AccountBalance.</a:t>
            </a:r>
            <a:endParaRPr sz="1100">
              <a:latin typeface="Newsreader"/>
              <a:ea typeface="Newsreader"/>
              <a:cs typeface="Newsreader"/>
              <a:sym typeface="Newsreader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lang="en" sz="1100">
                <a:latin typeface="Newsreader"/>
                <a:ea typeface="Newsreader"/>
                <a:cs typeface="Newsreader"/>
                <a:sym typeface="Newsreader"/>
              </a:rPr>
              <a:t>Categorized CustomerAge into AgeBracket groups.</a:t>
            </a:r>
            <a:endParaRPr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586" name="Google Shape;586;p70"/>
          <p:cNvSpPr txBox="1"/>
          <p:nvPr>
            <p:ph type="title"/>
          </p:nvPr>
        </p:nvSpPr>
        <p:spPr>
          <a:xfrm>
            <a:off x="230275" y="573025"/>
            <a:ext cx="3760800" cy="65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Feature Engineering</a:t>
            </a:r>
            <a:endParaRPr sz="3000"/>
          </a:p>
        </p:txBody>
      </p:sp>
      <p:pic>
        <p:nvPicPr>
          <p:cNvPr id="587" name="Google Shape;587;p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52525" y="1208350"/>
            <a:ext cx="3675986" cy="3495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12300000" dist="66675">
              <a:srgbClr val="000000">
                <a:alpha val="47000"/>
              </a:srgbClr>
            </a:outerShdw>
          </a:effectLst>
        </p:spPr>
      </p:pic>
      <p:sp>
        <p:nvSpPr>
          <p:cNvPr id="588" name="Google Shape;588;p70"/>
          <p:cNvSpPr txBox="1"/>
          <p:nvPr>
            <p:ph idx="4294967295" type="subTitle"/>
          </p:nvPr>
        </p:nvSpPr>
        <p:spPr>
          <a:xfrm>
            <a:off x="285775" y="217725"/>
            <a:ext cx="4163100" cy="23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/>
              <a:t>Widya Catur Utami Putri - Data Portfolio</a:t>
            </a:r>
            <a:endParaRPr sz="7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7F7"/>
        </a:solidFill>
      </p:bgPr>
    </p:bg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3" name="Google Shape;593;p71" title="ibrahim-rifath-OApHds2yEGQ-unsplash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42000" y="4050750"/>
            <a:ext cx="2598574" cy="1731950"/>
          </a:xfrm>
          <a:prstGeom prst="rect">
            <a:avLst/>
          </a:prstGeom>
          <a:noFill/>
          <a:ln>
            <a:noFill/>
          </a:ln>
        </p:spPr>
      </p:pic>
      <p:sp>
        <p:nvSpPr>
          <p:cNvPr id="594" name="Google Shape;594;p71"/>
          <p:cNvSpPr txBox="1"/>
          <p:nvPr>
            <p:ph idx="4294967295" type="title"/>
          </p:nvPr>
        </p:nvSpPr>
        <p:spPr>
          <a:xfrm>
            <a:off x="4106450" y="1152863"/>
            <a:ext cx="4549800" cy="15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Transaction Amount: </a:t>
            </a:r>
            <a:r>
              <a:rPr lang="en" sz="1200"/>
              <a:t>On average, customers spend around $298 per transaction. The amounts range from as low as $0.30 to a high of $1,919.</a:t>
            </a:r>
            <a:endParaRPr sz="1200"/>
          </a:p>
          <a:p>
            <a:pPr indent="-3048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Transaction Types: Debit transactions are more frequent and generally have higher values than credit transactions.</a:t>
            </a:r>
            <a:endParaRPr sz="1200">
              <a:solidFill>
                <a:schemeClr val="lt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595" name="Google Shape;595;p71"/>
          <p:cNvSpPr txBox="1"/>
          <p:nvPr>
            <p:ph idx="4294967295" type="title"/>
          </p:nvPr>
        </p:nvSpPr>
        <p:spPr>
          <a:xfrm>
            <a:off x="211800" y="359475"/>
            <a:ext cx="8390400" cy="65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Findings from EDA</a:t>
            </a:r>
            <a:endParaRPr sz="3000"/>
          </a:p>
        </p:txBody>
      </p:sp>
      <p:sp>
        <p:nvSpPr>
          <p:cNvPr id="596" name="Google Shape;596;p71"/>
          <p:cNvSpPr txBox="1"/>
          <p:nvPr>
            <p:ph idx="4294967295" type="subTitle"/>
          </p:nvPr>
        </p:nvSpPr>
        <p:spPr>
          <a:xfrm>
            <a:off x="285775" y="217725"/>
            <a:ext cx="4163100" cy="23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/>
              <a:t>Widya Catur Utami Putri - Data Portfolio</a:t>
            </a:r>
            <a:endParaRPr sz="700"/>
          </a:p>
        </p:txBody>
      </p:sp>
      <p:pic>
        <p:nvPicPr>
          <p:cNvPr id="597" name="Google Shape;597;p7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2150" y="1094175"/>
            <a:ext cx="3624573" cy="1800083"/>
          </a:xfrm>
          <a:prstGeom prst="rect">
            <a:avLst/>
          </a:prstGeom>
          <a:noFill/>
          <a:ln>
            <a:noFill/>
          </a:ln>
          <a:effectLst>
            <a:outerShdw blurRad="85725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598" name="Google Shape;598;p7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77613" y="2884946"/>
            <a:ext cx="3624575" cy="1972777"/>
          </a:xfrm>
          <a:prstGeom prst="rect">
            <a:avLst/>
          </a:prstGeom>
          <a:noFill/>
          <a:ln>
            <a:noFill/>
          </a:ln>
          <a:effectLst>
            <a:outerShdw blurRad="85725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599" name="Google Shape;599;p71"/>
          <p:cNvSpPr txBox="1"/>
          <p:nvPr>
            <p:ph idx="4294967295" type="title"/>
          </p:nvPr>
        </p:nvSpPr>
        <p:spPr>
          <a:xfrm>
            <a:off x="285775" y="3182750"/>
            <a:ext cx="4321800" cy="15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Customer Ages: Range from 18 to 80 years old, with an average age of 44. </a:t>
            </a:r>
            <a:endParaRPr sz="1200"/>
          </a:p>
          <a:p>
            <a:pPr indent="-3048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Customer Occupation: Dominated by Students with 657 transactions, followed closely by Doctors and Engineers with 631 and 625 transactions, respectively.</a:t>
            </a:r>
            <a:endParaRPr sz="1200">
              <a:solidFill>
                <a:schemeClr val="lt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2D7DB"/>
        </a:solidFill>
      </p:bgPr>
    </p:bg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4" name="Google Shape;604;p72" title="markus-spiske-EfPuSCKVlGU-unsplash.jpg"/>
          <p:cNvPicPr preferRelativeResize="0"/>
          <p:nvPr/>
        </p:nvPicPr>
        <p:blipFill rotWithShape="1">
          <a:blip r:embed="rId3">
            <a:alphaModFix/>
          </a:blip>
          <a:srcRect b="0" l="48984" r="28073" t="0"/>
          <a:stretch/>
        </p:blipFill>
        <p:spPr>
          <a:xfrm rot="5400000">
            <a:off x="1954274" y="114950"/>
            <a:ext cx="3185951" cy="7291551"/>
          </a:xfrm>
          <a:prstGeom prst="rect">
            <a:avLst/>
          </a:prstGeom>
          <a:noFill/>
          <a:ln>
            <a:noFill/>
          </a:ln>
        </p:spPr>
      </p:pic>
      <p:sp>
        <p:nvSpPr>
          <p:cNvPr id="605" name="Google Shape;605;p72"/>
          <p:cNvSpPr txBox="1"/>
          <p:nvPr>
            <p:ph idx="4294967295" type="title"/>
          </p:nvPr>
        </p:nvSpPr>
        <p:spPr>
          <a:xfrm>
            <a:off x="885600" y="3436300"/>
            <a:ext cx="7300200" cy="134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Most customers successfully logged in on their first try. However, a small but notable number of transactions, specifically 32 out of 2,512, required five login attempts, representing approximately 1.3% of the total transactions. A deeper look showed that the Branch channel was the most frequently used channel among these multiple-attempt transactions.</a:t>
            </a:r>
            <a:endParaRPr sz="1200">
              <a:solidFill>
                <a:schemeClr val="lt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606" name="Google Shape;606;p72"/>
          <p:cNvSpPr txBox="1"/>
          <p:nvPr>
            <p:ph idx="4294967295" type="title"/>
          </p:nvPr>
        </p:nvSpPr>
        <p:spPr>
          <a:xfrm>
            <a:off x="4326600" y="359475"/>
            <a:ext cx="8390400" cy="65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Findings from EDA</a:t>
            </a:r>
            <a:endParaRPr sz="3000"/>
          </a:p>
        </p:txBody>
      </p:sp>
      <p:sp>
        <p:nvSpPr>
          <p:cNvPr id="607" name="Google Shape;607;p72"/>
          <p:cNvSpPr txBox="1"/>
          <p:nvPr>
            <p:ph idx="4294967295" type="subTitle"/>
          </p:nvPr>
        </p:nvSpPr>
        <p:spPr>
          <a:xfrm>
            <a:off x="285775" y="217725"/>
            <a:ext cx="7899900" cy="4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/>
              <a:t>Widya Catur Utami Putri - Data Portfolio</a:t>
            </a:r>
            <a:endParaRPr sz="700"/>
          </a:p>
        </p:txBody>
      </p:sp>
      <p:pic>
        <p:nvPicPr>
          <p:cNvPr id="608" name="Google Shape;608;p7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92300" y="1017976"/>
            <a:ext cx="4409899" cy="2186409"/>
          </a:xfrm>
          <a:prstGeom prst="rect">
            <a:avLst/>
          </a:prstGeom>
          <a:noFill/>
          <a:ln>
            <a:noFill/>
          </a:ln>
          <a:effectLst>
            <a:outerShdw blurRad="85725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609" name="Google Shape;609;p7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1965" y="1066100"/>
            <a:ext cx="3542840" cy="2113525"/>
          </a:xfrm>
          <a:prstGeom prst="rect">
            <a:avLst/>
          </a:prstGeom>
          <a:noFill/>
          <a:ln>
            <a:noFill/>
          </a:ln>
          <a:effectLst>
            <a:outerShdw blurRad="85725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5EA"/>
        </a:solidFill>
      </p:bgPr>
    </p:bg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73"/>
          <p:cNvSpPr txBox="1"/>
          <p:nvPr>
            <p:ph idx="4294967295" type="title"/>
          </p:nvPr>
        </p:nvSpPr>
        <p:spPr>
          <a:xfrm>
            <a:off x="211800" y="359475"/>
            <a:ext cx="8390400" cy="65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Anomaly Detection: Methodology</a:t>
            </a:r>
            <a:endParaRPr/>
          </a:p>
        </p:txBody>
      </p:sp>
      <p:sp>
        <p:nvSpPr>
          <p:cNvPr id="615" name="Google Shape;615;p73"/>
          <p:cNvSpPr txBox="1"/>
          <p:nvPr>
            <p:ph idx="4294967295" type="subTitle"/>
          </p:nvPr>
        </p:nvSpPr>
        <p:spPr>
          <a:xfrm>
            <a:off x="285775" y="217725"/>
            <a:ext cx="4163100" cy="23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/>
              <a:t>Widya Catur Utami Putri - Data Portfolio</a:t>
            </a:r>
            <a:endParaRPr sz="700"/>
          </a:p>
        </p:txBody>
      </p:sp>
      <p:pic>
        <p:nvPicPr>
          <p:cNvPr id="616" name="Google Shape;616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08575" y="1066100"/>
            <a:ext cx="4000648" cy="3713850"/>
          </a:xfrm>
          <a:prstGeom prst="rect">
            <a:avLst/>
          </a:prstGeom>
          <a:noFill/>
          <a:ln>
            <a:noFill/>
          </a:ln>
          <a:effectLst>
            <a:outerShdw blurRad="85725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617" name="Google Shape;617;p7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5775" y="1066100"/>
            <a:ext cx="4163100" cy="1313689"/>
          </a:xfrm>
          <a:prstGeom prst="rect">
            <a:avLst/>
          </a:prstGeom>
          <a:noFill/>
          <a:ln>
            <a:noFill/>
          </a:ln>
          <a:effectLst>
            <a:outerShdw blurRad="71438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618" name="Google Shape;618;p73"/>
          <p:cNvSpPr txBox="1"/>
          <p:nvPr>
            <p:ph idx="4294967295" type="title"/>
          </p:nvPr>
        </p:nvSpPr>
        <p:spPr>
          <a:xfrm>
            <a:off x="285775" y="2571750"/>
            <a:ext cx="4321800" cy="220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The Isolation Forest model is used to detect unusual transactions by breaking the data into smaller segments, making it easier to isolate entries that differ from the norm.</a:t>
            </a:r>
            <a:endParaRPr sz="1200"/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It includes a parameter called contamination, which defines the expected proportion of outliers. After testing several values, a contamination level of 5% was chosen, resulting in 126 transactions being flagged as potentially suspicious.</a:t>
            </a:r>
            <a:endParaRPr sz="1200"/>
          </a:p>
        </p:txBody>
      </p:sp>
      <p:pic>
        <p:nvPicPr>
          <p:cNvPr id="619" name="Google Shape;619;p73" title="pngwing.com (3)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-148727" y="4253358"/>
            <a:ext cx="4163101" cy="27741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5EA"/>
        </a:solidFill>
      </p:bgPr>
    </p:bg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4" name="Google Shape;624;p74" title="pngwing.com (5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49480" y="1789075"/>
            <a:ext cx="428259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25" name="Google Shape;625;p74"/>
          <p:cNvSpPr txBox="1"/>
          <p:nvPr>
            <p:ph idx="4294967295" type="title"/>
          </p:nvPr>
        </p:nvSpPr>
        <p:spPr>
          <a:xfrm>
            <a:off x="211800" y="359475"/>
            <a:ext cx="8390400" cy="65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Anomaly Detection: Outlier Characteristics</a:t>
            </a:r>
            <a:endParaRPr/>
          </a:p>
        </p:txBody>
      </p:sp>
      <p:sp>
        <p:nvSpPr>
          <p:cNvPr id="626" name="Google Shape;626;p74"/>
          <p:cNvSpPr txBox="1"/>
          <p:nvPr>
            <p:ph idx="4294967295" type="subTitle"/>
          </p:nvPr>
        </p:nvSpPr>
        <p:spPr>
          <a:xfrm>
            <a:off x="285775" y="217725"/>
            <a:ext cx="4163100" cy="23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/>
              <a:t>Widya Catur Utami Putri - Data Portfolio</a:t>
            </a:r>
            <a:endParaRPr sz="700"/>
          </a:p>
        </p:txBody>
      </p:sp>
      <p:pic>
        <p:nvPicPr>
          <p:cNvPr id="627" name="Google Shape;627;p7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5775" y="1037850"/>
            <a:ext cx="3172769" cy="1892763"/>
          </a:xfrm>
          <a:prstGeom prst="rect">
            <a:avLst/>
          </a:prstGeom>
          <a:noFill/>
          <a:ln>
            <a:noFill/>
          </a:ln>
        </p:spPr>
      </p:pic>
      <p:sp>
        <p:nvSpPr>
          <p:cNvPr id="628" name="Google Shape;628;p74"/>
          <p:cNvSpPr txBox="1"/>
          <p:nvPr>
            <p:ph idx="4294967295" type="title"/>
          </p:nvPr>
        </p:nvSpPr>
        <p:spPr>
          <a:xfrm>
            <a:off x="3699400" y="1066100"/>
            <a:ext cx="4991100" cy="394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●"/>
            </a:pPr>
            <a:r>
              <a:rPr lang="en" sz="1500">
                <a:solidFill>
                  <a:srgbClr val="000000"/>
                </a:solidFill>
              </a:rPr>
              <a:t>Transaction Type:</a:t>
            </a:r>
            <a:endParaRPr sz="1500">
              <a:solidFill>
                <a:srgbClr val="000000"/>
              </a:solidFill>
            </a:endParaRPr>
          </a:p>
          <a:p>
            <a:pPr indent="-32385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Newsreader"/>
              <a:buChar char="○"/>
            </a:pPr>
            <a:r>
              <a:rPr lang="en" sz="1500">
                <a:latin typeface="Newsreader"/>
                <a:ea typeface="Newsreader"/>
                <a:cs typeface="Newsreader"/>
                <a:sym typeface="Newsreader"/>
              </a:rPr>
              <a:t>76.2% Debit vs. 23.8% Credit.</a:t>
            </a:r>
            <a:endParaRPr sz="1500">
              <a:latin typeface="Newsreader"/>
              <a:ea typeface="Newsreader"/>
              <a:cs typeface="Newsreader"/>
              <a:sym typeface="Newsreader"/>
            </a:endParaRPr>
          </a:p>
          <a:p>
            <a:pPr indent="-32385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Newsreader"/>
              <a:buChar char="○"/>
            </a:pPr>
            <a:r>
              <a:rPr lang="en" sz="1500">
                <a:latin typeface="Newsreader"/>
                <a:ea typeface="Newsreader"/>
                <a:cs typeface="Newsreader"/>
                <a:sym typeface="Newsreader"/>
              </a:rPr>
              <a:t>Debit transactions are disproportionately represented among outliers, aligning with their higher frequency and value in the overall dataset.</a:t>
            </a:r>
            <a:endParaRPr sz="1500">
              <a:latin typeface="Newsreader"/>
              <a:ea typeface="Newsreader"/>
              <a:cs typeface="Newsreader"/>
              <a:sym typeface="Newsreader"/>
            </a:endParaRPr>
          </a:p>
          <a:p>
            <a:pPr indent="-3238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●"/>
            </a:pPr>
            <a:r>
              <a:rPr lang="en" sz="1500">
                <a:solidFill>
                  <a:srgbClr val="000000"/>
                </a:solidFill>
              </a:rPr>
              <a:t>Channel:</a:t>
            </a:r>
            <a:endParaRPr sz="1500">
              <a:solidFill>
                <a:srgbClr val="000000"/>
              </a:solidFill>
            </a:endParaRPr>
          </a:p>
          <a:p>
            <a:pPr indent="-32385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Newsreader"/>
              <a:buChar char="○"/>
            </a:pPr>
            <a:r>
              <a:rPr lang="en" sz="1500">
                <a:latin typeface="Newsreader"/>
                <a:ea typeface="Newsreader"/>
                <a:cs typeface="Newsreader"/>
                <a:sym typeface="Newsreader"/>
              </a:rPr>
              <a:t>37.3% Branch, 36.5% ATM, 26.2% Online.</a:t>
            </a:r>
            <a:endParaRPr sz="1500">
              <a:latin typeface="Newsreader"/>
              <a:ea typeface="Newsreader"/>
              <a:cs typeface="Newsreader"/>
              <a:sym typeface="Newsreader"/>
            </a:endParaRPr>
          </a:p>
          <a:p>
            <a:pPr indent="-32385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Newsreader"/>
              <a:buChar char="○"/>
            </a:pPr>
            <a:r>
              <a:rPr lang="en" sz="1500">
                <a:latin typeface="Newsreader"/>
                <a:ea typeface="Newsreader"/>
                <a:cs typeface="Newsreader"/>
                <a:sym typeface="Newsreader"/>
              </a:rPr>
              <a:t>In-person channels (Branch, ATM) show a higher concentration of anomalies, suggesting potential vulnerabilities or unique patterns.</a:t>
            </a:r>
            <a:endParaRPr sz="1500">
              <a:latin typeface="Newsreader"/>
              <a:ea typeface="Newsreader"/>
              <a:cs typeface="Newsreader"/>
              <a:sym typeface="Newsreader"/>
            </a:endParaRPr>
          </a:p>
        </p:txBody>
      </p:sp>
      <p:pic>
        <p:nvPicPr>
          <p:cNvPr id="629" name="Google Shape;629;p7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2925" y="3036863"/>
            <a:ext cx="3198473" cy="19080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5EA"/>
        </a:solidFill>
      </p:bgPr>
    </p:bg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75"/>
          <p:cNvSpPr txBox="1"/>
          <p:nvPr>
            <p:ph idx="4294967295" type="title"/>
          </p:nvPr>
        </p:nvSpPr>
        <p:spPr>
          <a:xfrm>
            <a:off x="211800" y="359475"/>
            <a:ext cx="8390400" cy="65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Anomaly Detection: </a:t>
            </a:r>
            <a:r>
              <a:rPr lang="en"/>
              <a:t>Outlier Characteristics</a:t>
            </a:r>
            <a:endParaRPr/>
          </a:p>
        </p:txBody>
      </p:sp>
      <p:sp>
        <p:nvSpPr>
          <p:cNvPr id="635" name="Google Shape;635;p75"/>
          <p:cNvSpPr txBox="1"/>
          <p:nvPr>
            <p:ph idx="4294967295" type="subTitle"/>
          </p:nvPr>
        </p:nvSpPr>
        <p:spPr>
          <a:xfrm>
            <a:off x="285775" y="217725"/>
            <a:ext cx="4163100" cy="23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/>
              <a:t>Widya Catur Utami Putri - Data Portfolio</a:t>
            </a:r>
            <a:endParaRPr sz="700"/>
          </a:p>
        </p:txBody>
      </p:sp>
      <p:sp>
        <p:nvSpPr>
          <p:cNvPr id="636" name="Google Shape;636;p75"/>
          <p:cNvSpPr txBox="1"/>
          <p:nvPr>
            <p:ph idx="4294967295" type="title"/>
          </p:nvPr>
        </p:nvSpPr>
        <p:spPr>
          <a:xfrm>
            <a:off x="3670425" y="1066100"/>
            <a:ext cx="4868100" cy="394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●"/>
            </a:pPr>
            <a:r>
              <a:rPr lang="en" sz="1500">
                <a:solidFill>
                  <a:srgbClr val="000000"/>
                </a:solidFill>
              </a:rPr>
              <a:t>Age Bracket:</a:t>
            </a:r>
            <a:endParaRPr sz="1500">
              <a:solidFill>
                <a:srgbClr val="000000"/>
              </a:solidFill>
            </a:endParaRPr>
          </a:p>
          <a:p>
            <a:pPr indent="-32385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Newsreader"/>
              <a:buChar char="○"/>
            </a:pPr>
            <a:r>
              <a:rPr lang="en" sz="1500">
                <a:latin typeface="Newsreader"/>
                <a:ea typeface="Newsreader"/>
                <a:cs typeface="Newsreader"/>
                <a:sym typeface="Newsreader"/>
              </a:rPr>
              <a:t>46.8% from 15-29 age group.</a:t>
            </a:r>
            <a:endParaRPr sz="1500">
              <a:latin typeface="Newsreader"/>
              <a:ea typeface="Newsreader"/>
              <a:cs typeface="Newsreader"/>
              <a:sym typeface="Newsreader"/>
            </a:endParaRPr>
          </a:p>
          <a:p>
            <a:pPr indent="-32385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Newsreader"/>
              <a:buChar char="○"/>
            </a:pPr>
            <a:r>
              <a:rPr lang="en" sz="1500">
                <a:latin typeface="Newsreader"/>
                <a:ea typeface="Newsreader"/>
                <a:cs typeface="Newsreader"/>
                <a:sym typeface="Newsreader"/>
              </a:rPr>
              <a:t>Younger customers (and students) are significantly overrepresented in the outlier group.</a:t>
            </a:r>
            <a:endParaRPr sz="1500">
              <a:latin typeface="Newsreader"/>
              <a:ea typeface="Newsreader"/>
              <a:cs typeface="Newsreader"/>
              <a:sym typeface="Newsreader"/>
            </a:endParaRPr>
          </a:p>
          <a:p>
            <a:pPr indent="-3238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●"/>
            </a:pPr>
            <a:r>
              <a:rPr lang="en" sz="1500">
                <a:solidFill>
                  <a:srgbClr val="000000"/>
                </a:solidFill>
              </a:rPr>
              <a:t>Customer Occupation:</a:t>
            </a:r>
            <a:endParaRPr sz="1500">
              <a:solidFill>
                <a:srgbClr val="000000"/>
              </a:solidFill>
            </a:endParaRPr>
          </a:p>
          <a:p>
            <a:pPr indent="-32385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Newsreader"/>
              <a:buChar char="○"/>
            </a:pPr>
            <a:r>
              <a:rPr lang="en" sz="1500">
                <a:latin typeface="Newsreader"/>
                <a:ea typeface="Newsreader"/>
                <a:cs typeface="Newsreader"/>
                <a:sym typeface="Newsreader"/>
              </a:rPr>
              <a:t>42.9% Students, 21.4% Retired, 20.6% Doctors.</a:t>
            </a:r>
            <a:endParaRPr sz="1500">
              <a:latin typeface="Newsreader"/>
              <a:ea typeface="Newsreader"/>
              <a:cs typeface="Newsreader"/>
              <a:sym typeface="Newsreader"/>
            </a:endParaRPr>
          </a:p>
          <a:p>
            <a:pPr indent="-32385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Newsreader"/>
              <a:buChar char="○"/>
            </a:pPr>
            <a:r>
              <a:rPr lang="en" sz="1500">
                <a:latin typeface="Newsreader"/>
                <a:ea typeface="Newsreader"/>
                <a:cs typeface="Newsreader"/>
                <a:sym typeface="Newsreader"/>
              </a:rPr>
              <a:t>Consistent with age bracket findings, students’ transactions are frequently flagged as unusual.</a:t>
            </a:r>
            <a:endParaRPr sz="1500">
              <a:latin typeface="Newsreader"/>
              <a:ea typeface="Newsreader"/>
              <a:cs typeface="Newsreader"/>
              <a:sym typeface="Newsreader"/>
            </a:endParaRPr>
          </a:p>
        </p:txBody>
      </p:sp>
      <p:pic>
        <p:nvPicPr>
          <p:cNvPr id="637" name="Google Shape;637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5775" y="989900"/>
            <a:ext cx="3126649" cy="1865248"/>
          </a:xfrm>
          <a:prstGeom prst="rect">
            <a:avLst/>
          </a:prstGeom>
          <a:noFill/>
          <a:ln>
            <a:noFill/>
          </a:ln>
        </p:spPr>
      </p:pic>
      <p:pic>
        <p:nvPicPr>
          <p:cNvPr id="638" name="Google Shape;638;p7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5775" y="2956775"/>
            <a:ext cx="3126652" cy="1865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9" name="Google Shape;639;p75" title="pngwing.com (4)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798099" y="2593325"/>
            <a:ext cx="2176343" cy="27787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5EA"/>
        </a:solidFill>
      </p:bgPr>
    </p:bg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4" name="Google Shape;644;p76" title="pngwing.com (6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8" y="672150"/>
            <a:ext cx="8084337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45" name="Google Shape;645;p76"/>
          <p:cNvSpPr txBox="1"/>
          <p:nvPr>
            <p:ph idx="4294967295" type="title"/>
          </p:nvPr>
        </p:nvSpPr>
        <p:spPr>
          <a:xfrm>
            <a:off x="211800" y="359475"/>
            <a:ext cx="8390400" cy="65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Anomaly Detection: </a:t>
            </a:r>
            <a:r>
              <a:rPr lang="en"/>
              <a:t>Outlier Characteristics</a:t>
            </a:r>
            <a:endParaRPr/>
          </a:p>
        </p:txBody>
      </p:sp>
      <p:sp>
        <p:nvSpPr>
          <p:cNvPr id="646" name="Google Shape;646;p76"/>
          <p:cNvSpPr txBox="1"/>
          <p:nvPr>
            <p:ph idx="4294967295" type="subTitle"/>
          </p:nvPr>
        </p:nvSpPr>
        <p:spPr>
          <a:xfrm>
            <a:off x="285775" y="217725"/>
            <a:ext cx="4163100" cy="23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/>
              <a:t>Widya Catur Utami Putri - Data Portfolio</a:t>
            </a:r>
            <a:endParaRPr sz="700"/>
          </a:p>
        </p:txBody>
      </p:sp>
      <p:sp>
        <p:nvSpPr>
          <p:cNvPr id="647" name="Google Shape;647;p76"/>
          <p:cNvSpPr txBox="1"/>
          <p:nvPr>
            <p:ph idx="4294967295" type="title"/>
          </p:nvPr>
        </p:nvSpPr>
        <p:spPr>
          <a:xfrm>
            <a:off x="3564825" y="1066100"/>
            <a:ext cx="5278200" cy="394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</a:pPr>
            <a:r>
              <a:rPr lang="en" sz="1600">
                <a:solidFill>
                  <a:srgbClr val="000000"/>
                </a:solidFill>
              </a:rPr>
              <a:t>Transaction Day:</a:t>
            </a:r>
            <a:endParaRPr sz="1600">
              <a:solidFill>
                <a:srgbClr val="000000"/>
              </a:solidFill>
            </a:endParaRPr>
          </a:p>
          <a:p>
            <a:pPr indent="-33020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ewsreader"/>
              <a:buChar char="○"/>
            </a:pPr>
            <a:r>
              <a:rPr lang="en" sz="1600">
                <a:latin typeface="Newsreader"/>
                <a:ea typeface="Newsreader"/>
                <a:cs typeface="Newsreader"/>
                <a:sym typeface="Newsreader"/>
              </a:rPr>
              <a:t>42.1% occurred on Monday.</a:t>
            </a:r>
            <a:endParaRPr sz="1600">
              <a:latin typeface="Newsreader"/>
              <a:ea typeface="Newsreader"/>
              <a:cs typeface="Newsreader"/>
              <a:sym typeface="Newsreader"/>
            </a:endParaRPr>
          </a:p>
          <a:p>
            <a:pPr indent="-33020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ewsreader"/>
              <a:buChar char="○"/>
            </a:pPr>
            <a:r>
              <a:rPr lang="en" sz="1600">
                <a:latin typeface="Newsreader"/>
                <a:ea typeface="Newsreader"/>
                <a:cs typeface="Newsreader"/>
                <a:sym typeface="Newsreader"/>
              </a:rPr>
              <a:t>A strong temporal pattern, with a high spike in anomalies at the start of the week.</a:t>
            </a:r>
            <a:endParaRPr sz="1600">
              <a:latin typeface="Newsreader"/>
              <a:ea typeface="Newsreader"/>
              <a:cs typeface="Newsreader"/>
              <a:sym typeface="Newsreader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</a:pPr>
            <a:r>
              <a:rPr lang="en" sz="1600">
                <a:solidFill>
                  <a:srgbClr val="000000"/>
                </a:solidFill>
              </a:rPr>
              <a:t>Location:</a:t>
            </a:r>
            <a:endParaRPr sz="1600">
              <a:solidFill>
                <a:srgbClr val="000000"/>
              </a:solidFill>
            </a:endParaRPr>
          </a:p>
          <a:p>
            <a:pPr indent="-33020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ewsreader"/>
              <a:buChar char="○"/>
            </a:pPr>
            <a:r>
              <a:rPr lang="en" sz="1600">
                <a:latin typeface="Newsreader"/>
                <a:ea typeface="Newsreader"/>
                <a:cs typeface="Newsreader"/>
                <a:sym typeface="Newsreader"/>
              </a:rPr>
              <a:t>Outliers are widely distributed, with Jacksonville and Los Angeles having slightly higher counts.</a:t>
            </a:r>
            <a:endParaRPr sz="1600">
              <a:latin typeface="Newsreader"/>
              <a:ea typeface="Newsreader"/>
              <a:cs typeface="Newsreader"/>
              <a:sym typeface="Newsreader"/>
            </a:endParaRPr>
          </a:p>
          <a:p>
            <a:pPr indent="-33020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ewsreader"/>
              <a:buChar char="○"/>
            </a:pPr>
            <a:r>
              <a:rPr lang="en" sz="1600">
                <a:latin typeface="Newsreader"/>
                <a:ea typeface="Newsreader"/>
                <a:cs typeface="Newsreader"/>
                <a:sym typeface="Newsreader"/>
              </a:rPr>
              <a:t>Anomalies are not confined to a specific geographical area.</a:t>
            </a:r>
            <a:endParaRPr sz="1600">
              <a:latin typeface="Newsreader"/>
              <a:ea typeface="Newsreader"/>
              <a:cs typeface="Newsreader"/>
              <a:sym typeface="Newsreader"/>
            </a:endParaRPr>
          </a:p>
        </p:txBody>
      </p:sp>
      <p:pic>
        <p:nvPicPr>
          <p:cNvPr id="648" name="Google Shape;648;p7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8000" y="1017975"/>
            <a:ext cx="3107626" cy="1853883"/>
          </a:xfrm>
          <a:prstGeom prst="rect">
            <a:avLst/>
          </a:prstGeom>
          <a:noFill/>
          <a:ln>
            <a:noFill/>
          </a:ln>
        </p:spPr>
      </p:pic>
      <p:pic>
        <p:nvPicPr>
          <p:cNvPr id="649" name="Google Shape;649;p7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8000" y="2966825"/>
            <a:ext cx="3107626" cy="18538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5EA"/>
        </a:solidFill>
      </p:bgPr>
    </p:bg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4" name="Google Shape;654;p77" title="pngwing.com (7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12025" y="-969925"/>
            <a:ext cx="2612876" cy="2612876"/>
          </a:xfrm>
          <a:prstGeom prst="rect">
            <a:avLst/>
          </a:prstGeom>
          <a:noFill/>
          <a:ln>
            <a:noFill/>
          </a:ln>
        </p:spPr>
      </p:pic>
      <p:sp>
        <p:nvSpPr>
          <p:cNvPr id="655" name="Google Shape;655;p77"/>
          <p:cNvSpPr txBox="1"/>
          <p:nvPr>
            <p:ph idx="4294967295" type="title"/>
          </p:nvPr>
        </p:nvSpPr>
        <p:spPr>
          <a:xfrm>
            <a:off x="211800" y="359475"/>
            <a:ext cx="8390400" cy="65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Recommendations &amp; Next Steps</a:t>
            </a:r>
            <a:endParaRPr/>
          </a:p>
        </p:txBody>
      </p:sp>
      <p:sp>
        <p:nvSpPr>
          <p:cNvPr id="656" name="Google Shape;656;p77"/>
          <p:cNvSpPr txBox="1"/>
          <p:nvPr>
            <p:ph idx="4294967295" type="subTitle"/>
          </p:nvPr>
        </p:nvSpPr>
        <p:spPr>
          <a:xfrm>
            <a:off x="285775" y="217725"/>
            <a:ext cx="4163100" cy="23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/>
              <a:t>Widya Catur Utami Putri - Data Portfolio</a:t>
            </a:r>
            <a:endParaRPr sz="700"/>
          </a:p>
        </p:txBody>
      </p:sp>
      <p:sp>
        <p:nvSpPr>
          <p:cNvPr id="657" name="Google Shape;657;p77"/>
          <p:cNvSpPr txBox="1"/>
          <p:nvPr>
            <p:ph idx="4294967295" type="title"/>
          </p:nvPr>
        </p:nvSpPr>
        <p:spPr>
          <a:xfrm>
            <a:off x="361975" y="1066100"/>
            <a:ext cx="8481000" cy="394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Newsreader Medium"/>
                <a:ea typeface="Newsreader Medium"/>
                <a:cs typeface="Newsreader Medium"/>
                <a:sym typeface="Newsreader Medium"/>
              </a:rPr>
              <a:t>Based on the analysis, here are actionable recommendations to secure transaction processes:</a:t>
            </a:r>
            <a:endParaRPr sz="1200">
              <a:latin typeface="Newsreader Medium"/>
              <a:ea typeface="Newsreader Medium"/>
              <a:cs typeface="Newsreader Medium"/>
              <a:sym typeface="Newsreader Medium"/>
            </a:endParaRPr>
          </a:p>
          <a:p>
            <a:pPr indent="-3048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ewsreader Medium"/>
              <a:buChar char="●"/>
            </a:pPr>
            <a:r>
              <a:rPr b="1" lang="en" sz="1200"/>
              <a:t>Prioritize Debit Transaction Monitoring</a:t>
            </a:r>
            <a:r>
              <a:rPr lang="en" sz="1200">
                <a:latin typeface="Newsreader Medium"/>
                <a:ea typeface="Newsreader Medium"/>
                <a:cs typeface="Newsreader Medium"/>
                <a:sym typeface="Newsreader Medium"/>
              </a:rPr>
              <a:t>: Implement stricter real-time monitoring and anomaly detection rules specifically for debit transactions, given their high outlier rate.</a:t>
            </a:r>
            <a:endParaRPr sz="1200">
              <a:latin typeface="Newsreader Medium"/>
              <a:ea typeface="Newsreader Medium"/>
              <a:cs typeface="Newsreader Medium"/>
              <a:sym typeface="Newsreader Medium"/>
            </a:endParaRPr>
          </a:p>
          <a:p>
            <a:pPr indent="-3048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ewsreader Medium"/>
              <a:buChar char="●"/>
            </a:pPr>
            <a:r>
              <a:rPr b="1" lang="en" sz="1200"/>
              <a:t>Strengthen ATM &amp; Branch Security Protocols</a:t>
            </a:r>
            <a:r>
              <a:rPr lang="en" sz="1200">
                <a:latin typeface="Newsreader Medium"/>
                <a:ea typeface="Newsreader Medium"/>
                <a:cs typeface="Newsreader Medium"/>
                <a:sym typeface="Newsreader Medium"/>
              </a:rPr>
              <a:t>: Review and enhance security measures for in-person transactions, particularly at ATMs and branches, considering their higher susceptibility to unusual activity and multiple login attempts.</a:t>
            </a:r>
            <a:endParaRPr sz="1200">
              <a:latin typeface="Newsreader Medium"/>
              <a:ea typeface="Newsreader Medium"/>
              <a:cs typeface="Newsreader Medium"/>
              <a:sym typeface="Newsreader Medium"/>
            </a:endParaRPr>
          </a:p>
          <a:p>
            <a:pPr indent="-3048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ewsreader Medium"/>
              <a:buChar char="●"/>
            </a:pPr>
            <a:r>
              <a:rPr b="1" lang="en" sz="1200"/>
              <a:t>Implement Targeted Scrutiny for Younger Demographics</a:t>
            </a:r>
            <a:r>
              <a:rPr lang="en" sz="1200">
                <a:latin typeface="Newsreader Medium"/>
                <a:ea typeface="Newsreader Medium"/>
                <a:cs typeface="Newsreader Medium"/>
                <a:sym typeface="Newsreader Medium"/>
              </a:rPr>
              <a:t>: Develop specific alert thresholds or review processes for transactions originating from the 15-29 age bracket and Students, as their transactions are frequently flagged as unusual.</a:t>
            </a:r>
            <a:endParaRPr sz="1200">
              <a:latin typeface="Newsreader Medium"/>
              <a:ea typeface="Newsreader Medium"/>
              <a:cs typeface="Newsreader Medium"/>
              <a:sym typeface="Newsreader Medium"/>
            </a:endParaRPr>
          </a:p>
          <a:p>
            <a:pPr indent="-3048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ewsreader Medium"/>
              <a:buChar char="●"/>
            </a:pPr>
            <a:r>
              <a:rPr b="1" lang="en" sz="1200"/>
              <a:t>Investigate Monday Activity Spikes</a:t>
            </a:r>
            <a:r>
              <a:rPr lang="en" sz="1200">
                <a:latin typeface="Newsreader Medium"/>
                <a:ea typeface="Newsreader Medium"/>
                <a:cs typeface="Newsreader Medium"/>
                <a:sym typeface="Newsreader Medium"/>
              </a:rPr>
              <a:t>: Conduct deeper forensic analysis into transactions occurring on Mondays to understand the root causes of the elevated anomaly rate on this specific day.</a:t>
            </a:r>
            <a:endParaRPr sz="1200">
              <a:latin typeface="Newsreader Medium"/>
              <a:ea typeface="Newsreader Medium"/>
              <a:cs typeface="Newsreader Medium"/>
              <a:sym typeface="Newsreader Medium"/>
            </a:endParaRPr>
          </a:p>
          <a:p>
            <a:pPr indent="-3048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ewsreader Medium"/>
              <a:buChar char="●"/>
            </a:pPr>
            <a:r>
              <a:rPr b="1" lang="en" sz="1200"/>
              <a:t>Develop a Tiered Alert System</a:t>
            </a:r>
            <a:r>
              <a:rPr lang="en" sz="1200">
                <a:latin typeface="Newsreader Medium"/>
                <a:ea typeface="Newsreader Medium"/>
                <a:cs typeface="Newsreader Medium"/>
                <a:sym typeface="Newsreader Medium"/>
              </a:rPr>
              <a:t>: Create an automated system that generates different alert levels based on a combination of high-risk factors (e.g., a high-value debit transaction from an ATM by a young student on a Monday).</a:t>
            </a:r>
            <a:endParaRPr sz="1200">
              <a:latin typeface="Newsreader Medium"/>
              <a:ea typeface="Newsreader Medium"/>
              <a:cs typeface="Newsreader Medium"/>
              <a:sym typeface="Newsreader Medium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78"/>
          <p:cNvSpPr txBox="1"/>
          <p:nvPr>
            <p:ph type="title"/>
          </p:nvPr>
        </p:nvSpPr>
        <p:spPr>
          <a:xfrm>
            <a:off x="451472" y="2024100"/>
            <a:ext cx="4163100" cy="1372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</p:txBody>
      </p:sp>
      <p:sp>
        <p:nvSpPr>
          <p:cNvPr id="663" name="Google Shape;663;p78"/>
          <p:cNvSpPr txBox="1"/>
          <p:nvPr>
            <p:ph idx="4294967295" type="subTitle"/>
          </p:nvPr>
        </p:nvSpPr>
        <p:spPr>
          <a:xfrm>
            <a:off x="451475" y="3396600"/>
            <a:ext cx="4696500" cy="137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Widya Catur Utami Putri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Data Portfolio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Complete Code</a:t>
            </a:r>
            <a:r>
              <a:rPr lang="en">
                <a:solidFill>
                  <a:schemeClr val="dk1"/>
                </a:solidFill>
              </a:rPr>
              <a:t> at: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dk1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github.com/widyacatur/personalproject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Business Plan Presentation">
  <a:themeElements>
    <a:clrScheme name="Simple Light">
      <a:dk1>
        <a:srgbClr val="F9F9F9"/>
      </a:dk1>
      <a:lt1>
        <a:srgbClr val="183C40"/>
      </a:lt1>
      <a:dk2>
        <a:srgbClr val="20494D"/>
      </a:dk2>
      <a:lt2>
        <a:srgbClr val="799DA7"/>
      </a:lt2>
      <a:accent1>
        <a:srgbClr val="B0D5CD"/>
      </a:accent1>
      <a:accent2>
        <a:srgbClr val="A6DAEA"/>
      </a:accent2>
      <a:accent3>
        <a:srgbClr val="B78D43"/>
      </a:accent3>
      <a:accent4>
        <a:srgbClr val="9AA864"/>
      </a:accent4>
      <a:accent5>
        <a:srgbClr val="426345"/>
      </a:accent5>
      <a:accent6>
        <a:srgbClr val="DCDCDC"/>
      </a:accent6>
      <a:hlink>
        <a:srgbClr val="B0D5C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